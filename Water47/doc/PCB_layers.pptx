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30877-A4F2-4286-B9AA-B28E62D6FB05}" v="77" dt="2025-01-21T10:07:30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2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taka okumura" userId="227fe15543a1cff0" providerId="LiveId" clId="{2BA30877-A4F2-4286-B9AA-B28E62D6FB05}"/>
    <pc:docChg chg="undo redo custSel modSld">
      <pc:chgData name="hirotaka okumura" userId="227fe15543a1cff0" providerId="LiveId" clId="{2BA30877-A4F2-4286-B9AA-B28E62D6FB05}" dt="2025-01-22T13:22:19.044" v="689" actId="1076"/>
      <pc:docMkLst>
        <pc:docMk/>
      </pc:docMkLst>
      <pc:sldChg chg="addSp delSp modSp mod">
        <pc:chgData name="hirotaka okumura" userId="227fe15543a1cff0" providerId="LiveId" clId="{2BA30877-A4F2-4286-B9AA-B28E62D6FB05}" dt="2025-01-22T13:22:19.044" v="689" actId="1076"/>
        <pc:sldMkLst>
          <pc:docMk/>
          <pc:sldMk cId="3486649685" sldId="257"/>
        </pc:sldMkLst>
        <pc:spChg chg="add mod topLvl">
          <ac:chgData name="hirotaka okumura" userId="227fe15543a1cff0" providerId="LiveId" clId="{2BA30877-A4F2-4286-B9AA-B28E62D6FB05}" dt="2025-01-19T11:32:51.866" v="388" actId="164"/>
          <ac:spMkLst>
            <pc:docMk/>
            <pc:sldMk cId="3486649685" sldId="257"/>
            <ac:spMk id="2" creationId="{7367B8A2-306C-1408-86CC-60ED42287400}"/>
          </ac:spMkLst>
        </pc:spChg>
        <pc:spChg chg="mod">
          <ac:chgData name="hirotaka okumura" userId="227fe15543a1cff0" providerId="LiveId" clId="{2BA30877-A4F2-4286-B9AA-B28E62D6FB05}" dt="2025-01-19T10:16:24.847" v="219" actId="20577"/>
          <ac:spMkLst>
            <pc:docMk/>
            <pc:sldMk cId="3486649685" sldId="257"/>
            <ac:spMk id="4" creationId="{70712AF5-F2BF-FC95-E9C9-5356A9173681}"/>
          </ac:spMkLst>
        </pc:spChg>
        <pc:spChg chg="mod">
          <ac:chgData name="hirotaka okumura" userId="227fe15543a1cff0" providerId="LiveId" clId="{2BA30877-A4F2-4286-B9AA-B28E62D6FB05}" dt="2025-01-19T10:16:27.753" v="222" actId="20577"/>
          <ac:spMkLst>
            <pc:docMk/>
            <pc:sldMk cId="3486649685" sldId="257"/>
            <ac:spMk id="5" creationId="{985F0D3B-2EAC-0E0F-2EEE-8FC744AD877B}"/>
          </ac:spMkLst>
        </pc:spChg>
        <pc:spChg chg="add del mod">
          <ac:chgData name="hirotaka okumura" userId="227fe15543a1cff0" providerId="LiveId" clId="{2BA30877-A4F2-4286-B9AA-B28E62D6FB05}" dt="2025-01-19T10:17:41.075" v="266" actId="255"/>
          <ac:spMkLst>
            <pc:docMk/>
            <pc:sldMk cId="3486649685" sldId="257"/>
            <ac:spMk id="6" creationId="{A8B8311E-2851-9DDC-78BD-3EC69B71FBBA}"/>
          </ac:spMkLst>
        </pc:spChg>
        <pc:spChg chg="mod">
          <ac:chgData name="hirotaka okumura" userId="227fe15543a1cff0" providerId="LiveId" clId="{2BA30877-A4F2-4286-B9AA-B28E62D6FB05}" dt="2025-01-19T10:18:44.300" v="278" actId="1076"/>
          <ac:spMkLst>
            <pc:docMk/>
            <pc:sldMk cId="3486649685" sldId="257"/>
            <ac:spMk id="7" creationId="{C3A2722F-E054-B087-3EB1-F169E299179F}"/>
          </ac:spMkLst>
        </pc:spChg>
        <pc:spChg chg="add mod topLvl">
          <ac:chgData name="hirotaka okumura" userId="227fe15543a1cff0" providerId="LiveId" clId="{2BA30877-A4F2-4286-B9AA-B28E62D6FB05}" dt="2025-01-19T11:32:51.866" v="388" actId="164"/>
          <ac:spMkLst>
            <pc:docMk/>
            <pc:sldMk cId="3486649685" sldId="257"/>
            <ac:spMk id="8" creationId="{78645C6A-FA9C-F26D-1491-43CE06980464}"/>
          </ac:spMkLst>
        </pc:spChg>
        <pc:spChg chg="add mod topLvl">
          <ac:chgData name="hirotaka okumura" userId="227fe15543a1cff0" providerId="LiveId" clId="{2BA30877-A4F2-4286-B9AA-B28E62D6FB05}" dt="2025-01-19T11:32:51.866" v="388" actId="164"/>
          <ac:spMkLst>
            <pc:docMk/>
            <pc:sldMk cId="3486649685" sldId="257"/>
            <ac:spMk id="9" creationId="{6F4A4924-266A-3329-8DC0-1E2B78B3D527}"/>
          </ac:spMkLst>
        </pc:spChg>
        <pc:spChg chg="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10" creationId="{4E322AE6-2741-57D8-7152-638EC5339802}"/>
          </ac:spMkLst>
        </pc:spChg>
        <pc:spChg chg="add mod topLvl">
          <ac:chgData name="hirotaka okumura" userId="227fe15543a1cff0" providerId="LiveId" clId="{2BA30877-A4F2-4286-B9AA-B28E62D6FB05}" dt="2025-01-19T11:32:51.866" v="388" actId="164"/>
          <ac:spMkLst>
            <pc:docMk/>
            <pc:sldMk cId="3486649685" sldId="257"/>
            <ac:spMk id="12" creationId="{C098A2BA-D275-C97E-E39E-D361B8E83490}"/>
          </ac:spMkLst>
        </pc:spChg>
        <pc:spChg chg="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14" creationId="{DEB458AF-8061-1F40-E90D-52A14108053F}"/>
          </ac:spMkLst>
        </pc:spChg>
        <pc:spChg chg="mod">
          <ac:chgData name="hirotaka okumura" userId="227fe15543a1cff0" providerId="LiveId" clId="{2BA30877-A4F2-4286-B9AA-B28E62D6FB05}" dt="2025-01-21T10:01:18.185" v="603"/>
          <ac:spMkLst>
            <pc:docMk/>
            <pc:sldMk cId="3486649685" sldId="257"/>
            <ac:spMk id="17" creationId="{E45BC71D-42E8-202E-8191-9F42854F62FB}"/>
          </ac:spMkLst>
        </pc:spChg>
        <pc:spChg chg="add mod">
          <ac:chgData name="hirotaka okumura" userId="227fe15543a1cff0" providerId="LiveId" clId="{2BA30877-A4F2-4286-B9AA-B28E62D6FB05}" dt="2025-01-19T11:24:41.123" v="311" actId="1076"/>
          <ac:spMkLst>
            <pc:docMk/>
            <pc:sldMk cId="3486649685" sldId="257"/>
            <ac:spMk id="20" creationId="{BE607A03-DB0D-2F07-CC5A-3B3118AB3174}"/>
          </ac:spMkLst>
        </pc:spChg>
        <pc:spChg chg="add 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21" creationId="{26C353AB-4F25-712F-6A9D-CBBFECC3AD5B}"/>
          </ac:spMkLst>
        </pc:spChg>
        <pc:spChg chg="add 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25" creationId="{0463B723-2959-CDFD-98A6-7B8B27D2A049}"/>
          </ac:spMkLst>
        </pc:spChg>
        <pc:spChg chg="add 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26" creationId="{F63C6E7D-E78E-F405-58E4-394E60E914CD}"/>
          </ac:spMkLst>
        </pc:spChg>
        <pc:spChg chg="add 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27" creationId="{1B7F3E99-FD05-27A5-EFF4-47E9046D842A}"/>
          </ac:spMkLst>
        </pc:spChg>
        <pc:spChg chg="add mod ord">
          <ac:chgData name="hirotaka okumura" userId="227fe15543a1cff0" providerId="LiveId" clId="{2BA30877-A4F2-4286-B9AA-B28E62D6FB05}" dt="2025-01-19T14:01:45.080" v="489" actId="166"/>
          <ac:spMkLst>
            <pc:docMk/>
            <pc:sldMk cId="3486649685" sldId="257"/>
            <ac:spMk id="28" creationId="{971D9884-1987-09E0-1276-924543BB99C7}"/>
          </ac:spMkLst>
        </pc:spChg>
        <pc:spChg chg="mod">
          <ac:chgData name="hirotaka okumura" userId="227fe15543a1cff0" providerId="LiveId" clId="{2BA30877-A4F2-4286-B9AA-B28E62D6FB05}" dt="2025-01-21T10:01:28.367" v="604" actId="1076"/>
          <ac:spMkLst>
            <pc:docMk/>
            <pc:sldMk cId="3486649685" sldId="257"/>
            <ac:spMk id="29" creationId="{F1A7EF39-97F2-4FCC-E5AD-EAC2C6D2150B}"/>
          </ac:spMkLst>
        </pc:spChg>
        <pc:spChg chg="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30" creationId="{1DB2568A-DCA0-2966-CBC6-F5059206BB84}"/>
          </ac:spMkLst>
        </pc:spChg>
        <pc:spChg chg="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31" creationId="{C23398B0-0831-A0B8-E812-9307D1BF9843}"/>
          </ac:spMkLst>
        </pc:spChg>
        <pc:spChg chg="mod">
          <ac:chgData name="hirotaka okumura" userId="227fe15543a1cff0" providerId="LiveId" clId="{2BA30877-A4F2-4286-B9AA-B28E62D6FB05}" dt="2025-01-21T10:01:18.185" v="603"/>
          <ac:spMkLst>
            <pc:docMk/>
            <pc:sldMk cId="3486649685" sldId="257"/>
            <ac:spMk id="34" creationId="{AAFB2290-8693-8802-8B9C-82A356DC8028}"/>
          </ac:spMkLst>
        </pc:spChg>
        <pc:spChg chg="mod">
          <ac:chgData name="hirotaka okumura" userId="227fe15543a1cff0" providerId="LiveId" clId="{2BA30877-A4F2-4286-B9AA-B28E62D6FB05}" dt="2025-01-21T10:01:18.185" v="603"/>
          <ac:spMkLst>
            <pc:docMk/>
            <pc:sldMk cId="3486649685" sldId="257"/>
            <ac:spMk id="42" creationId="{78A887C6-5E84-0610-9638-B60B8DBA1BEA}"/>
          </ac:spMkLst>
        </pc:spChg>
        <pc:spChg chg="mod">
          <ac:chgData name="hirotaka okumura" userId="227fe15543a1cff0" providerId="LiveId" clId="{2BA30877-A4F2-4286-B9AA-B28E62D6FB05}" dt="2025-01-21T10:01:18.185" v="603"/>
          <ac:spMkLst>
            <pc:docMk/>
            <pc:sldMk cId="3486649685" sldId="257"/>
            <ac:spMk id="45" creationId="{D10E43FA-1F1E-F04E-1338-D631436FF20A}"/>
          </ac:spMkLst>
        </pc:spChg>
        <pc:spChg chg="mod">
          <ac:chgData name="hirotaka okumura" userId="227fe15543a1cff0" providerId="LiveId" clId="{2BA30877-A4F2-4286-B9AA-B28E62D6FB05}" dt="2025-01-19T10:01:24.432" v="156"/>
          <ac:spMkLst>
            <pc:docMk/>
            <pc:sldMk cId="3486649685" sldId="257"/>
            <ac:spMk id="49" creationId="{8A968ABB-4EBC-2EB5-7965-751BF7DA9950}"/>
          </ac:spMkLst>
        </pc:spChg>
        <pc:spChg chg="mod">
          <ac:chgData name="hirotaka okumura" userId="227fe15543a1cff0" providerId="LiveId" clId="{2BA30877-A4F2-4286-B9AA-B28E62D6FB05}" dt="2025-01-19T10:01:24.432" v="156"/>
          <ac:spMkLst>
            <pc:docMk/>
            <pc:sldMk cId="3486649685" sldId="257"/>
            <ac:spMk id="50" creationId="{3C52D46F-7F60-A96B-A590-794317C6D068}"/>
          </ac:spMkLst>
        </pc:spChg>
        <pc:spChg chg="mod">
          <ac:chgData name="hirotaka okumura" userId="227fe15543a1cff0" providerId="LiveId" clId="{2BA30877-A4F2-4286-B9AA-B28E62D6FB05}" dt="2025-01-21T10:01:18.185" v="603"/>
          <ac:spMkLst>
            <pc:docMk/>
            <pc:sldMk cId="3486649685" sldId="257"/>
            <ac:spMk id="54" creationId="{9508099A-9302-D2D2-0FC7-2C933FE0A6E4}"/>
          </ac:spMkLst>
        </pc:spChg>
        <pc:spChg chg="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60" creationId="{48D8C376-D465-5041-5589-3C2868246544}"/>
          </ac:spMkLst>
        </pc:spChg>
        <pc:spChg chg="add mod">
          <ac:chgData name="hirotaka okumura" userId="227fe15543a1cff0" providerId="LiveId" clId="{2BA30877-A4F2-4286-B9AA-B28E62D6FB05}" dt="2025-01-21T10:01:30.840" v="605" actId="1076"/>
          <ac:spMkLst>
            <pc:docMk/>
            <pc:sldMk cId="3486649685" sldId="257"/>
            <ac:spMk id="61" creationId="{22544212-C249-50CC-BD08-D670774EDABE}"/>
          </ac:spMkLst>
        </pc:spChg>
        <pc:spChg chg="add mod">
          <ac:chgData name="hirotaka okumura" userId="227fe15543a1cff0" providerId="LiveId" clId="{2BA30877-A4F2-4286-B9AA-B28E62D6FB05}" dt="2025-01-21T10:02:31.278" v="613" actId="1076"/>
          <ac:spMkLst>
            <pc:docMk/>
            <pc:sldMk cId="3486649685" sldId="257"/>
            <ac:spMk id="62" creationId="{A68E0933-E8CB-FB51-02BE-4BCBAA2F7A0A}"/>
          </ac:spMkLst>
        </pc:spChg>
        <pc:spChg chg="add mod">
          <ac:chgData name="hirotaka okumura" userId="227fe15543a1cff0" providerId="LiveId" clId="{2BA30877-A4F2-4286-B9AA-B28E62D6FB05}" dt="2025-01-21T10:01:57.843" v="611" actId="1076"/>
          <ac:spMkLst>
            <pc:docMk/>
            <pc:sldMk cId="3486649685" sldId="257"/>
            <ac:spMk id="63" creationId="{1095AE91-B510-64A7-261F-6F54DE5526FE}"/>
          </ac:spMkLst>
        </pc:spChg>
        <pc:spChg chg="mod">
          <ac:chgData name="hirotaka okumura" userId="227fe15543a1cff0" providerId="LiveId" clId="{2BA30877-A4F2-4286-B9AA-B28E62D6FB05}" dt="2025-01-21T10:02:56.544" v="622" actId="1076"/>
          <ac:spMkLst>
            <pc:docMk/>
            <pc:sldMk cId="3486649685" sldId="257"/>
            <ac:spMk id="64" creationId="{D4374E75-C720-0772-C3B9-F67043006873}"/>
          </ac:spMkLst>
        </pc:spChg>
        <pc:spChg chg="mod">
          <ac:chgData name="hirotaka okumura" userId="227fe15543a1cff0" providerId="LiveId" clId="{2BA30877-A4F2-4286-B9AA-B28E62D6FB05}" dt="2025-01-21T10:02:31.278" v="613" actId="1076"/>
          <ac:spMkLst>
            <pc:docMk/>
            <pc:sldMk cId="3486649685" sldId="257"/>
            <ac:spMk id="65" creationId="{64883C30-DB17-424A-4BA0-F59C9FE04B83}"/>
          </ac:spMkLst>
        </pc:spChg>
        <pc:spChg chg="mod">
          <ac:chgData name="hirotaka okumura" userId="227fe15543a1cff0" providerId="LiveId" clId="{2BA30877-A4F2-4286-B9AA-B28E62D6FB05}" dt="2025-01-21T10:01:57.843" v="611" actId="1076"/>
          <ac:spMkLst>
            <pc:docMk/>
            <pc:sldMk cId="3486649685" sldId="257"/>
            <ac:spMk id="66" creationId="{FE2B020A-5C15-4EF6-2AB4-ACE7E10A811E}"/>
          </ac:spMkLst>
        </pc:spChg>
        <pc:spChg chg="mod">
          <ac:chgData name="hirotaka okumura" userId="227fe15543a1cff0" providerId="LiveId" clId="{2BA30877-A4F2-4286-B9AA-B28E62D6FB05}" dt="2025-01-21T10:01:50.026" v="610"/>
          <ac:spMkLst>
            <pc:docMk/>
            <pc:sldMk cId="3486649685" sldId="257"/>
            <ac:spMk id="68" creationId="{DB94D6A0-A157-73BC-4324-FEF4A9156F70}"/>
          </ac:spMkLst>
        </pc:spChg>
        <pc:spChg chg="mod">
          <ac:chgData name="hirotaka okumura" userId="227fe15543a1cff0" providerId="LiveId" clId="{2BA30877-A4F2-4286-B9AA-B28E62D6FB05}" dt="2025-01-22T13:21:51.700" v="678" actId="20577"/>
          <ac:spMkLst>
            <pc:docMk/>
            <pc:sldMk cId="3486649685" sldId="257"/>
            <ac:spMk id="72" creationId="{70202B4B-2CE5-6E7D-63F0-7AAD00E8C48F}"/>
          </ac:spMkLst>
        </pc:spChg>
        <pc:spChg chg="mod">
          <ac:chgData name="hirotaka okumura" userId="227fe15543a1cff0" providerId="LiveId" clId="{2BA30877-A4F2-4286-B9AA-B28E62D6FB05}" dt="2025-01-21T10:01:50.026" v="610"/>
          <ac:spMkLst>
            <pc:docMk/>
            <pc:sldMk cId="3486649685" sldId="257"/>
            <ac:spMk id="74" creationId="{277B3FC2-17CA-9A2F-410D-72D14FCD08B6}"/>
          </ac:spMkLst>
        </pc:spChg>
        <pc:spChg chg="mod">
          <ac:chgData name="hirotaka okumura" userId="227fe15543a1cff0" providerId="LiveId" clId="{2BA30877-A4F2-4286-B9AA-B28E62D6FB05}" dt="2025-01-22T13:22:13.554" v="688" actId="1076"/>
          <ac:spMkLst>
            <pc:docMk/>
            <pc:sldMk cId="3486649685" sldId="257"/>
            <ac:spMk id="76" creationId="{0EC090C3-F55F-F56A-9DB4-4C75B7BD4E35}"/>
          </ac:spMkLst>
        </pc:spChg>
        <pc:spChg chg="add del mod">
          <ac:chgData name="hirotaka okumura" userId="227fe15543a1cff0" providerId="LiveId" clId="{2BA30877-A4F2-4286-B9AA-B28E62D6FB05}" dt="2025-01-21T10:04:03.337" v="640" actId="478"/>
          <ac:spMkLst>
            <pc:docMk/>
            <pc:sldMk cId="3486649685" sldId="257"/>
            <ac:spMk id="78" creationId="{CCBB3C9F-B6A4-9972-6580-4CE140BF1138}"/>
          </ac:spMkLst>
        </pc:spChg>
        <pc:spChg chg="add mod">
          <ac:chgData name="hirotaka okumura" userId="227fe15543a1cff0" providerId="LiveId" clId="{2BA30877-A4F2-4286-B9AA-B28E62D6FB05}" dt="2025-01-21T10:02:31.278" v="613" actId="1076"/>
          <ac:spMkLst>
            <pc:docMk/>
            <pc:sldMk cId="3486649685" sldId="257"/>
            <ac:spMk id="79" creationId="{12ED1D44-D2FD-967C-2ACD-5D78241751C2}"/>
          </ac:spMkLst>
        </pc:spChg>
        <pc:spChg chg="mod">
          <ac:chgData name="hirotaka okumura" userId="227fe15543a1cff0" providerId="LiveId" clId="{2BA30877-A4F2-4286-B9AA-B28E62D6FB05}" dt="2025-01-22T13:21:55.178" v="681" actId="20577"/>
          <ac:spMkLst>
            <pc:docMk/>
            <pc:sldMk cId="3486649685" sldId="257"/>
            <ac:spMk id="80" creationId="{2FD6F3AF-2B43-9FA4-2E4C-168247A98C46}"/>
          </ac:spMkLst>
        </pc:spChg>
        <pc:spChg chg="add mod ord">
          <ac:chgData name="hirotaka okumura" userId="227fe15543a1cff0" providerId="LiveId" clId="{2BA30877-A4F2-4286-B9AA-B28E62D6FB05}" dt="2025-01-19T11:30:48.242" v="363" actId="1076"/>
          <ac:spMkLst>
            <pc:docMk/>
            <pc:sldMk cId="3486649685" sldId="257"/>
            <ac:spMk id="81" creationId="{8B2E2820-61D5-D876-F8E8-531147603753}"/>
          </ac:spMkLst>
        </pc:spChg>
        <pc:spChg chg="mod">
          <ac:chgData name="hirotaka okumura" userId="227fe15543a1cff0" providerId="LiveId" clId="{2BA30877-A4F2-4286-B9AA-B28E62D6FB05}" dt="2025-01-22T13:22:19.044" v="689" actId="1076"/>
          <ac:spMkLst>
            <pc:docMk/>
            <pc:sldMk cId="3486649685" sldId="257"/>
            <ac:spMk id="82" creationId="{6210FA08-C2F1-B6FC-BB32-B5FB529BD7C0}"/>
          </ac:spMkLst>
        </pc:spChg>
        <pc:spChg chg="add mod">
          <ac:chgData name="hirotaka okumura" userId="227fe15543a1cff0" providerId="LiveId" clId="{2BA30877-A4F2-4286-B9AA-B28E62D6FB05}" dt="2025-01-19T11:26:21.332" v="336" actId="255"/>
          <ac:spMkLst>
            <pc:docMk/>
            <pc:sldMk cId="3486649685" sldId="257"/>
            <ac:spMk id="83" creationId="{21B4A865-7245-03BF-E656-035E19E496E9}"/>
          </ac:spMkLst>
        </pc:spChg>
        <pc:spChg chg="mod">
          <ac:chgData name="hirotaka okumura" userId="227fe15543a1cff0" providerId="LiveId" clId="{2BA30877-A4F2-4286-B9AA-B28E62D6FB05}" dt="2025-01-21T10:01:50.026" v="610"/>
          <ac:spMkLst>
            <pc:docMk/>
            <pc:sldMk cId="3486649685" sldId="257"/>
            <ac:spMk id="86" creationId="{A4DAFD62-2F52-0408-6BDB-4E03F3E629B0}"/>
          </ac:spMkLst>
        </pc:spChg>
        <pc:spChg chg="mod">
          <ac:chgData name="hirotaka okumura" userId="227fe15543a1cff0" providerId="LiveId" clId="{2BA30877-A4F2-4286-B9AA-B28E62D6FB05}" dt="2025-01-21T10:01:50.026" v="610"/>
          <ac:spMkLst>
            <pc:docMk/>
            <pc:sldMk cId="3486649685" sldId="257"/>
            <ac:spMk id="91" creationId="{01239E99-B32D-336A-1445-15BDBA232654}"/>
          </ac:spMkLst>
        </pc:spChg>
        <pc:spChg chg="mod">
          <ac:chgData name="hirotaka okumura" userId="227fe15543a1cff0" providerId="LiveId" clId="{2BA30877-A4F2-4286-B9AA-B28E62D6FB05}" dt="2025-01-21T10:01:50.026" v="610"/>
          <ac:spMkLst>
            <pc:docMk/>
            <pc:sldMk cId="3486649685" sldId="257"/>
            <ac:spMk id="95" creationId="{D817250D-9F18-6506-5FE1-71C1F97880A6}"/>
          </ac:spMkLst>
        </pc:spChg>
        <pc:spChg chg="mod">
          <ac:chgData name="hirotaka okumura" userId="227fe15543a1cff0" providerId="LiveId" clId="{2BA30877-A4F2-4286-B9AA-B28E62D6FB05}" dt="2025-01-22T03:07:40.156" v="669" actId="20577"/>
          <ac:spMkLst>
            <pc:docMk/>
            <pc:sldMk cId="3486649685" sldId="257"/>
            <ac:spMk id="108" creationId="{B7DE64D1-3383-B4E4-B15B-56945A4014F4}"/>
          </ac:spMkLst>
        </pc:spChg>
        <pc:spChg chg="add mod">
          <ac:chgData name="hirotaka okumura" userId="227fe15543a1cff0" providerId="LiveId" clId="{2BA30877-A4F2-4286-B9AA-B28E62D6FB05}" dt="2025-01-21T10:01:57.843" v="611" actId="1076"/>
          <ac:spMkLst>
            <pc:docMk/>
            <pc:sldMk cId="3486649685" sldId="257"/>
            <ac:spMk id="109" creationId="{BCC18C35-369C-798A-06F0-6FE24ACF7814}"/>
          </ac:spMkLst>
        </pc:spChg>
        <pc:spChg chg="add del mod">
          <ac:chgData name="hirotaka okumura" userId="227fe15543a1cff0" providerId="LiveId" clId="{2BA30877-A4F2-4286-B9AA-B28E62D6FB05}" dt="2025-01-21T10:02:46.511" v="620" actId="14100"/>
          <ac:spMkLst>
            <pc:docMk/>
            <pc:sldMk cId="3486649685" sldId="257"/>
            <ac:spMk id="110" creationId="{DD35CB9E-7C87-D9D7-FEB9-BF43E369B9D8}"/>
          </ac:spMkLst>
        </pc:spChg>
        <pc:spChg chg="mod">
          <ac:chgData name="hirotaka okumura" userId="227fe15543a1cff0" providerId="LiveId" clId="{2BA30877-A4F2-4286-B9AA-B28E62D6FB05}" dt="2025-01-21T10:06:30.569" v="647"/>
          <ac:spMkLst>
            <pc:docMk/>
            <pc:sldMk cId="3486649685" sldId="257"/>
            <ac:spMk id="112" creationId="{2B86CFCA-51AC-9125-A984-343398F41AA8}"/>
          </ac:spMkLst>
        </pc:spChg>
        <pc:spChg chg="mod">
          <ac:chgData name="hirotaka okumura" userId="227fe15543a1cff0" providerId="LiveId" clId="{2BA30877-A4F2-4286-B9AA-B28E62D6FB05}" dt="2025-01-21T10:06:30.569" v="647"/>
          <ac:spMkLst>
            <pc:docMk/>
            <pc:sldMk cId="3486649685" sldId="257"/>
            <ac:spMk id="113" creationId="{86088287-C60A-9AD5-EBD5-6CEC658230D6}"/>
          </ac:spMkLst>
        </pc:spChg>
        <pc:spChg chg="add mod">
          <ac:chgData name="hirotaka okumura" userId="227fe15543a1cff0" providerId="LiveId" clId="{2BA30877-A4F2-4286-B9AA-B28E62D6FB05}" dt="2025-01-22T03:08:09.518" v="672" actId="20577"/>
          <ac:spMkLst>
            <pc:docMk/>
            <pc:sldMk cId="3486649685" sldId="257"/>
            <ac:spMk id="114" creationId="{1FCDEE75-E608-2586-54F0-A6939D0623B9}"/>
          </ac:spMkLst>
        </pc:spChg>
        <pc:spChg chg="mod">
          <ac:chgData name="hirotaka okumura" userId="227fe15543a1cff0" providerId="LiveId" clId="{2BA30877-A4F2-4286-B9AA-B28E62D6FB05}" dt="2025-01-21T10:07:30.114" v="650"/>
          <ac:spMkLst>
            <pc:docMk/>
            <pc:sldMk cId="3486649685" sldId="257"/>
            <ac:spMk id="116" creationId="{6C1277BF-7E98-3400-77F2-98BBA8018BC4}"/>
          </ac:spMkLst>
        </pc:spChg>
        <pc:spChg chg="mod">
          <ac:chgData name="hirotaka okumura" userId="227fe15543a1cff0" providerId="LiveId" clId="{2BA30877-A4F2-4286-B9AA-B28E62D6FB05}" dt="2025-01-21T10:07:30.114" v="650"/>
          <ac:spMkLst>
            <pc:docMk/>
            <pc:sldMk cId="3486649685" sldId="257"/>
            <ac:spMk id="117" creationId="{80A95AA8-949C-775D-54BA-99A2E3E7B0A3}"/>
          </ac:spMkLst>
        </pc:spChg>
        <pc:spChg chg="add mod">
          <ac:chgData name="hirotaka okumura" userId="227fe15543a1cff0" providerId="LiveId" clId="{2BA30877-A4F2-4286-B9AA-B28E62D6FB05}" dt="2025-01-22T03:08:13.176" v="675" actId="20577"/>
          <ac:spMkLst>
            <pc:docMk/>
            <pc:sldMk cId="3486649685" sldId="257"/>
            <ac:spMk id="118" creationId="{3C0F6329-1853-0EE0-9BAD-DCE4E4FCFCBA}"/>
          </ac:spMkLst>
        </pc:spChg>
        <pc:spChg chg="mod">
          <ac:chgData name="hirotaka okumura" userId="227fe15543a1cff0" providerId="LiveId" clId="{2BA30877-A4F2-4286-B9AA-B28E62D6FB05}" dt="2025-01-20T14:30:18.481" v="599" actId="1076"/>
          <ac:spMkLst>
            <pc:docMk/>
            <pc:sldMk cId="3486649685" sldId="257"/>
            <ac:spMk id="120" creationId="{30D0A109-4C6F-75E4-96CB-4FC5655EE828}"/>
          </ac:spMkLst>
        </pc:spChg>
        <pc:spChg chg="add mod">
          <ac:chgData name="hirotaka okumura" userId="227fe15543a1cff0" providerId="LiveId" clId="{2BA30877-A4F2-4286-B9AA-B28E62D6FB05}" dt="2025-01-20T14:30:18.481" v="599" actId="1076"/>
          <ac:spMkLst>
            <pc:docMk/>
            <pc:sldMk cId="3486649685" sldId="257"/>
            <ac:spMk id="121" creationId="{4DD1F36E-C02A-9292-BF02-7D29011EDD4B}"/>
          </ac:spMkLst>
        </pc:spChg>
        <pc:spChg chg="mod">
          <ac:chgData name="hirotaka okumura" userId="227fe15543a1cff0" providerId="LiveId" clId="{2BA30877-A4F2-4286-B9AA-B28E62D6FB05}" dt="2025-01-20T03:36:12.109" v="554" actId="1076"/>
          <ac:spMkLst>
            <pc:docMk/>
            <pc:sldMk cId="3486649685" sldId="257"/>
            <ac:spMk id="122" creationId="{8EF4BDFB-74B7-8615-AAC2-30C6ED66973B}"/>
          </ac:spMkLst>
        </pc:spChg>
        <pc:spChg chg="add mod">
          <ac:chgData name="hirotaka okumura" userId="227fe15543a1cff0" providerId="LiveId" clId="{2BA30877-A4F2-4286-B9AA-B28E62D6FB05}" dt="2025-01-20T14:30:18.481" v="599" actId="1076"/>
          <ac:spMkLst>
            <pc:docMk/>
            <pc:sldMk cId="3486649685" sldId="257"/>
            <ac:spMk id="130" creationId="{D19B9F1B-9646-1A27-440C-090676E6D6E8}"/>
          </ac:spMkLst>
        </pc:spChg>
        <pc:spChg chg="mod">
          <ac:chgData name="hirotaka okumura" userId="227fe15543a1cff0" providerId="LiveId" clId="{2BA30877-A4F2-4286-B9AA-B28E62D6FB05}" dt="2025-01-20T03:36:20.788" v="556" actId="1076"/>
          <ac:spMkLst>
            <pc:docMk/>
            <pc:sldMk cId="3486649685" sldId="257"/>
            <ac:spMk id="138" creationId="{1B36AEAC-0F9F-7414-AC7E-A80E0D195D4F}"/>
          </ac:spMkLst>
        </pc:spChg>
        <pc:spChg chg="mod topLvl">
          <ac:chgData name="hirotaka okumura" userId="227fe15543a1cff0" providerId="LiveId" clId="{2BA30877-A4F2-4286-B9AA-B28E62D6FB05}" dt="2025-01-19T11:41:46.949" v="429" actId="164"/>
          <ac:spMkLst>
            <pc:docMk/>
            <pc:sldMk cId="3486649685" sldId="257"/>
            <ac:spMk id="147" creationId="{46B5A158-8B50-A828-6A2D-8B785DA4814A}"/>
          </ac:spMkLst>
        </pc:spChg>
        <pc:spChg chg="mod topLvl">
          <ac:chgData name="hirotaka okumura" userId="227fe15543a1cff0" providerId="LiveId" clId="{2BA30877-A4F2-4286-B9AA-B28E62D6FB05}" dt="2025-01-19T11:41:46.949" v="429" actId="164"/>
          <ac:spMkLst>
            <pc:docMk/>
            <pc:sldMk cId="3486649685" sldId="257"/>
            <ac:spMk id="148" creationId="{4D7AD5D2-D86B-0E50-1852-6D2E84D40CDB}"/>
          </ac:spMkLst>
        </pc:spChg>
        <pc:spChg chg="mod topLvl">
          <ac:chgData name="hirotaka okumura" userId="227fe15543a1cff0" providerId="LiveId" clId="{2BA30877-A4F2-4286-B9AA-B28E62D6FB05}" dt="2025-01-19T11:43:12.757" v="440" actId="164"/>
          <ac:spMkLst>
            <pc:docMk/>
            <pc:sldMk cId="3486649685" sldId="257"/>
            <ac:spMk id="155" creationId="{625FE966-BBB2-873F-CC79-148C6FF6D580}"/>
          </ac:spMkLst>
        </pc:spChg>
        <pc:spChg chg="mod topLvl">
          <ac:chgData name="hirotaka okumura" userId="227fe15543a1cff0" providerId="LiveId" clId="{2BA30877-A4F2-4286-B9AA-B28E62D6FB05}" dt="2025-01-19T11:43:12.757" v="440" actId="164"/>
          <ac:spMkLst>
            <pc:docMk/>
            <pc:sldMk cId="3486649685" sldId="257"/>
            <ac:spMk id="156" creationId="{ABDBED7C-08F7-2539-773F-74FD3B8BE88F}"/>
          </ac:spMkLst>
        </pc:spChg>
        <pc:spChg chg="mod">
          <ac:chgData name="hirotaka okumura" userId="227fe15543a1cff0" providerId="LiveId" clId="{2BA30877-A4F2-4286-B9AA-B28E62D6FB05}" dt="2025-01-19T11:43:24.322" v="443"/>
          <ac:spMkLst>
            <pc:docMk/>
            <pc:sldMk cId="3486649685" sldId="257"/>
            <ac:spMk id="162" creationId="{2DB45400-8B4F-A7A9-0574-093916F7CA86}"/>
          </ac:spMkLst>
        </pc:spChg>
        <pc:spChg chg="mod">
          <ac:chgData name="hirotaka okumura" userId="227fe15543a1cff0" providerId="LiveId" clId="{2BA30877-A4F2-4286-B9AA-B28E62D6FB05}" dt="2025-01-19T11:43:24.322" v="443"/>
          <ac:spMkLst>
            <pc:docMk/>
            <pc:sldMk cId="3486649685" sldId="257"/>
            <ac:spMk id="163" creationId="{5B4F0C9C-3C66-6C8E-6FE7-95888251C6E0}"/>
          </ac:spMkLst>
        </pc:spChg>
        <pc:spChg chg="mod">
          <ac:chgData name="hirotaka okumura" userId="227fe15543a1cff0" providerId="LiveId" clId="{2BA30877-A4F2-4286-B9AA-B28E62D6FB05}" dt="2025-01-19T11:43:24.322" v="443"/>
          <ac:spMkLst>
            <pc:docMk/>
            <pc:sldMk cId="3486649685" sldId="257"/>
            <ac:spMk id="165" creationId="{BD6FCEE0-C90A-1348-3796-689183C93A0F}"/>
          </ac:spMkLst>
        </pc:spChg>
        <pc:spChg chg="mod">
          <ac:chgData name="hirotaka okumura" userId="227fe15543a1cff0" providerId="LiveId" clId="{2BA30877-A4F2-4286-B9AA-B28E62D6FB05}" dt="2025-01-19T11:43:24.322" v="443"/>
          <ac:spMkLst>
            <pc:docMk/>
            <pc:sldMk cId="3486649685" sldId="257"/>
            <ac:spMk id="166" creationId="{75E1D0B8-1F9B-5D59-0E4F-9F4AF8C2BEB4}"/>
          </ac:spMkLst>
        </pc:spChg>
        <pc:spChg chg="mod">
          <ac:chgData name="hirotaka okumura" userId="227fe15543a1cff0" providerId="LiveId" clId="{2BA30877-A4F2-4286-B9AA-B28E62D6FB05}" dt="2025-01-19T11:43:38.950" v="446"/>
          <ac:spMkLst>
            <pc:docMk/>
            <pc:sldMk cId="3486649685" sldId="257"/>
            <ac:spMk id="168" creationId="{A748378D-0648-6D53-2BF4-E01D2AB73F7D}"/>
          </ac:spMkLst>
        </pc:spChg>
        <pc:spChg chg="mod">
          <ac:chgData name="hirotaka okumura" userId="227fe15543a1cff0" providerId="LiveId" clId="{2BA30877-A4F2-4286-B9AA-B28E62D6FB05}" dt="2025-01-19T11:43:38.950" v="446"/>
          <ac:spMkLst>
            <pc:docMk/>
            <pc:sldMk cId="3486649685" sldId="257"/>
            <ac:spMk id="169" creationId="{4F999D82-827A-63E4-B64E-0BA8F7F41FAD}"/>
          </ac:spMkLst>
        </pc:spChg>
        <pc:spChg chg="mod">
          <ac:chgData name="hirotaka okumura" userId="227fe15543a1cff0" providerId="LiveId" clId="{2BA30877-A4F2-4286-B9AA-B28E62D6FB05}" dt="2025-01-19T11:43:38.950" v="446"/>
          <ac:spMkLst>
            <pc:docMk/>
            <pc:sldMk cId="3486649685" sldId="257"/>
            <ac:spMk id="171" creationId="{2E02F813-83DF-B233-AFD2-BC469CDD074A}"/>
          </ac:spMkLst>
        </pc:spChg>
        <pc:spChg chg="mod">
          <ac:chgData name="hirotaka okumura" userId="227fe15543a1cff0" providerId="LiveId" clId="{2BA30877-A4F2-4286-B9AA-B28E62D6FB05}" dt="2025-01-19T11:43:38.950" v="446"/>
          <ac:spMkLst>
            <pc:docMk/>
            <pc:sldMk cId="3486649685" sldId="257"/>
            <ac:spMk id="172" creationId="{4C94C9C8-C503-41F6-B8B2-D67A745E8B85}"/>
          </ac:spMkLst>
        </pc:spChg>
        <pc:spChg chg="mod">
          <ac:chgData name="hirotaka okumura" userId="227fe15543a1cff0" providerId="LiveId" clId="{2BA30877-A4F2-4286-B9AA-B28E62D6FB05}" dt="2025-01-19T12:42:53.049" v="463"/>
          <ac:spMkLst>
            <pc:docMk/>
            <pc:sldMk cId="3486649685" sldId="257"/>
            <ac:spMk id="177" creationId="{1C74131C-1E13-0466-E35E-75DD65AA5A89}"/>
          </ac:spMkLst>
        </pc:spChg>
        <pc:spChg chg="mod">
          <ac:chgData name="hirotaka okumura" userId="227fe15543a1cff0" providerId="LiveId" clId="{2BA30877-A4F2-4286-B9AA-B28E62D6FB05}" dt="2025-01-19T12:44:13.744" v="475" actId="1076"/>
          <ac:spMkLst>
            <pc:docMk/>
            <pc:sldMk cId="3486649685" sldId="257"/>
            <ac:spMk id="178" creationId="{B747FD91-2938-EDDD-CEFD-AEC21C80DFEF}"/>
          </ac:spMkLst>
        </pc:spChg>
        <pc:spChg chg="mod">
          <ac:chgData name="hirotaka okumura" userId="227fe15543a1cff0" providerId="LiveId" clId="{2BA30877-A4F2-4286-B9AA-B28E62D6FB05}" dt="2025-01-19T12:42:53.049" v="463"/>
          <ac:spMkLst>
            <pc:docMk/>
            <pc:sldMk cId="3486649685" sldId="257"/>
            <ac:spMk id="180" creationId="{543F4F77-311D-053B-3689-6827FCFD23A8}"/>
          </ac:spMkLst>
        </pc:spChg>
        <pc:spChg chg="mod">
          <ac:chgData name="hirotaka okumura" userId="227fe15543a1cff0" providerId="LiveId" clId="{2BA30877-A4F2-4286-B9AA-B28E62D6FB05}" dt="2025-01-19T12:42:53.049" v="463"/>
          <ac:spMkLst>
            <pc:docMk/>
            <pc:sldMk cId="3486649685" sldId="257"/>
            <ac:spMk id="181" creationId="{9FE9DDA8-A2DB-38D3-A780-37688FB11787}"/>
          </ac:spMkLst>
        </pc:spChg>
        <pc:spChg chg="add mod">
          <ac:chgData name="hirotaka okumura" userId="227fe15543a1cff0" providerId="LiveId" clId="{2BA30877-A4F2-4286-B9AA-B28E62D6FB05}" dt="2025-01-20T03:42:28.112" v="594" actId="1076"/>
          <ac:spMkLst>
            <pc:docMk/>
            <pc:sldMk cId="3486649685" sldId="257"/>
            <ac:spMk id="182" creationId="{170EAF3E-EE38-7F8B-C5B1-91FCBD05930B}"/>
          </ac:spMkLst>
        </pc:spChg>
        <pc:spChg chg="add mod">
          <ac:chgData name="hirotaka okumura" userId="227fe15543a1cff0" providerId="LiveId" clId="{2BA30877-A4F2-4286-B9AA-B28E62D6FB05}" dt="2025-01-20T14:30:18.481" v="599" actId="1076"/>
          <ac:spMkLst>
            <pc:docMk/>
            <pc:sldMk cId="3486649685" sldId="257"/>
            <ac:spMk id="183" creationId="{91FBB525-3DEF-9EB8-BB7B-AC148C0DCC27}"/>
          </ac:spMkLst>
        </pc:spChg>
        <pc:spChg chg="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184" creationId="{F7476AB1-89E3-BFC4-5BDE-B1CE01B10D6C}"/>
          </ac:spMkLst>
        </pc:spChg>
        <pc:spChg chg="mod">
          <ac:chgData name="hirotaka okumura" userId="227fe15543a1cff0" providerId="LiveId" clId="{2BA30877-A4F2-4286-B9AA-B28E62D6FB05}" dt="2025-01-21T10:01:38.272" v="607" actId="1076"/>
          <ac:spMkLst>
            <pc:docMk/>
            <pc:sldMk cId="3486649685" sldId="257"/>
            <ac:spMk id="185" creationId="{7C9D2CBF-349B-9AAE-7B11-7F7E77E24F6A}"/>
          </ac:spMkLst>
        </pc:spChg>
        <pc:spChg chg="mod">
          <ac:chgData name="hirotaka okumura" userId="227fe15543a1cff0" providerId="LiveId" clId="{2BA30877-A4F2-4286-B9AA-B28E62D6FB05}" dt="2025-01-21T10:01:38.272" v="607" actId="1076"/>
          <ac:spMkLst>
            <pc:docMk/>
            <pc:sldMk cId="3486649685" sldId="257"/>
            <ac:spMk id="186" creationId="{149BF924-6791-9DFD-E0F9-F652C260D642}"/>
          </ac:spMkLst>
        </pc:spChg>
        <pc:spChg chg="mod">
          <ac:chgData name="hirotaka okumura" userId="227fe15543a1cff0" providerId="LiveId" clId="{2BA30877-A4F2-4286-B9AA-B28E62D6FB05}" dt="2025-01-21T10:01:38.272" v="607" actId="1076"/>
          <ac:spMkLst>
            <pc:docMk/>
            <pc:sldMk cId="3486649685" sldId="257"/>
            <ac:spMk id="187" creationId="{4D9C137B-F358-6DF9-ACAD-783C56A6F078}"/>
          </ac:spMkLst>
        </pc:spChg>
        <pc:spChg chg="add mod">
          <ac:chgData name="hirotaka okumura" userId="227fe15543a1cff0" providerId="LiveId" clId="{2BA30877-A4F2-4286-B9AA-B28E62D6FB05}" dt="2025-01-21T10:01:38.272" v="607" actId="1076"/>
          <ac:spMkLst>
            <pc:docMk/>
            <pc:sldMk cId="3486649685" sldId="257"/>
            <ac:spMk id="188" creationId="{73440033-6EEE-98C5-18F4-2F27047FD08E}"/>
          </ac:spMkLst>
        </pc:spChg>
        <pc:spChg chg="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194" creationId="{9A237A8A-9D66-6D2D-CF69-3E95ED5E4AB8}"/>
          </ac:spMkLst>
        </pc:spChg>
        <pc:spChg chg="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198" creationId="{045DACF2-B573-05C2-19E3-41ED2A3C6871}"/>
          </ac:spMkLst>
        </pc:spChg>
        <pc:spChg chg="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199" creationId="{0E6AFB42-8E94-37B7-C1B8-67F829CEA5E4}"/>
          </ac:spMkLst>
        </pc:spChg>
        <pc:spChg chg="add 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200" creationId="{8CADB570-345A-654B-89E5-8FB34E5562B7}"/>
          </ac:spMkLst>
        </pc:spChg>
        <pc:spChg chg="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201" creationId="{31020663-BDB9-AA93-E953-658BF42F02AC}"/>
          </ac:spMkLst>
        </pc:spChg>
        <pc:spChg chg="add 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202" creationId="{CDA2E630-846B-0AE7-2875-ADD8B160212F}"/>
          </ac:spMkLst>
        </pc:spChg>
        <pc:spChg chg="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203" creationId="{CD69E504-3199-0278-2570-67D9E20CF8CF}"/>
          </ac:spMkLst>
        </pc:spChg>
        <pc:spChg chg="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237" creationId="{CFB42F83-1B4D-1635-29D2-D6766AEB49D3}"/>
          </ac:spMkLst>
        </pc:spChg>
        <pc:spChg chg="mod">
          <ac:chgData name="hirotaka okumura" userId="227fe15543a1cff0" providerId="LiveId" clId="{2BA30877-A4F2-4286-B9AA-B28E62D6FB05}" dt="2025-01-21T10:01:06.378" v="601" actId="1076"/>
          <ac:spMkLst>
            <pc:docMk/>
            <pc:sldMk cId="3486649685" sldId="257"/>
            <ac:spMk id="238" creationId="{E328F9C8-B215-7B4F-8A0C-219BA6A87C5E}"/>
          </ac:spMkLst>
        </pc:spChg>
        <pc:spChg chg="del mod">
          <ac:chgData name="hirotaka okumura" userId="227fe15543a1cff0" providerId="LiveId" clId="{2BA30877-A4F2-4286-B9AA-B28E62D6FB05}" dt="2025-01-21T10:04:10.402" v="643" actId="478"/>
          <ac:spMkLst>
            <pc:docMk/>
            <pc:sldMk cId="3486649685" sldId="257"/>
            <ac:spMk id="239" creationId="{353C72FD-3A95-FAE5-A7B7-2CC38DA1698E}"/>
          </ac:spMkLst>
        </pc:spChg>
        <pc:grpChg chg="add mod">
          <ac:chgData name="hirotaka okumura" userId="227fe15543a1cff0" providerId="LiveId" clId="{2BA30877-A4F2-4286-B9AA-B28E62D6FB05}" dt="2025-01-19T12:42:34.085" v="460" actId="14100"/>
          <ac:grpSpMkLst>
            <pc:docMk/>
            <pc:sldMk cId="3486649685" sldId="257"/>
            <ac:grpSpMk id="48" creationId="{2FEB7F0F-7764-98BC-1FD2-81EDEF27D0E9}"/>
          </ac:grpSpMkLst>
        </pc:grpChg>
        <pc:grpChg chg="mod">
          <ac:chgData name="hirotaka okumura" userId="227fe15543a1cff0" providerId="LiveId" clId="{2BA30877-A4F2-4286-B9AA-B28E62D6FB05}" dt="2025-01-21T10:03:39.612" v="632" actId="14100"/>
          <ac:grpSpMkLst>
            <pc:docMk/>
            <pc:sldMk cId="3486649685" sldId="257"/>
            <ac:grpSpMk id="73" creationId="{2C7D7ACD-1076-232D-ED4C-521DE4A9E553}"/>
          </ac:grpSpMkLst>
        </pc:grpChg>
        <pc:grpChg chg="mod">
          <ac:chgData name="hirotaka okumura" userId="227fe15543a1cff0" providerId="LiveId" clId="{2BA30877-A4F2-4286-B9AA-B28E62D6FB05}" dt="2025-01-21T10:02:31.278" v="613" actId="1076"/>
          <ac:grpSpMkLst>
            <pc:docMk/>
            <pc:sldMk cId="3486649685" sldId="257"/>
            <ac:grpSpMk id="96" creationId="{BEFFF800-DEE5-A823-A8E8-8FAB5C231EA7}"/>
          </ac:grpSpMkLst>
        </pc:grpChg>
        <pc:grpChg chg="mod">
          <ac:chgData name="hirotaka okumura" userId="227fe15543a1cff0" providerId="LiveId" clId="{2BA30877-A4F2-4286-B9AA-B28E62D6FB05}" dt="2025-01-21T10:02:31.278" v="613" actId="1076"/>
          <ac:grpSpMkLst>
            <pc:docMk/>
            <pc:sldMk cId="3486649685" sldId="257"/>
            <ac:grpSpMk id="99" creationId="{646D483B-3ADF-1048-3B1F-9E019BC523AC}"/>
          </ac:grpSpMkLst>
        </pc:grpChg>
        <pc:grpChg chg="add del">
          <ac:chgData name="hirotaka okumura" userId="227fe15543a1cff0" providerId="LiveId" clId="{2BA30877-A4F2-4286-B9AA-B28E62D6FB05}" dt="2025-01-21T10:04:06.393" v="642" actId="478"/>
          <ac:grpSpMkLst>
            <pc:docMk/>
            <pc:sldMk cId="3486649685" sldId="257"/>
            <ac:grpSpMk id="102" creationId="{A0FB363B-4543-4271-9CD8-77891160376A}"/>
          </ac:grpSpMkLst>
        </pc:grpChg>
        <pc:grpChg chg="del">
          <ac:chgData name="hirotaka okumura" userId="227fe15543a1cff0" providerId="LiveId" clId="{2BA30877-A4F2-4286-B9AA-B28E62D6FB05}" dt="2025-01-21T10:04:05.273" v="641" actId="478"/>
          <ac:grpSpMkLst>
            <pc:docMk/>
            <pc:sldMk cId="3486649685" sldId="257"/>
            <ac:grpSpMk id="105" creationId="{4B87FEC6-0D43-DB7B-9401-FCEC7DB1124A}"/>
          </ac:grpSpMkLst>
        </pc:grpChg>
        <pc:grpChg chg="add mod">
          <ac:chgData name="hirotaka okumura" userId="227fe15543a1cff0" providerId="LiveId" clId="{2BA30877-A4F2-4286-B9AA-B28E62D6FB05}" dt="2025-01-21T10:07:03.940" v="649" actId="1076"/>
          <ac:grpSpMkLst>
            <pc:docMk/>
            <pc:sldMk cId="3486649685" sldId="257"/>
            <ac:grpSpMk id="111" creationId="{F580678F-2C39-06FC-E0E9-CA3C61CE9DD9}"/>
          </ac:grpSpMkLst>
        </pc:grpChg>
        <pc:grpChg chg="add mod">
          <ac:chgData name="hirotaka okumura" userId="227fe15543a1cff0" providerId="LiveId" clId="{2BA30877-A4F2-4286-B9AA-B28E62D6FB05}" dt="2025-01-21T10:07:43.624" v="653" actId="1076"/>
          <ac:grpSpMkLst>
            <pc:docMk/>
            <pc:sldMk cId="3486649685" sldId="257"/>
            <ac:grpSpMk id="115" creationId="{018E4334-8D48-6B68-BB00-43C02A3A05F0}"/>
          </ac:grpSpMkLst>
        </pc:grpChg>
        <pc:grpChg chg="add mod">
          <ac:chgData name="hirotaka okumura" userId="227fe15543a1cff0" providerId="LiveId" clId="{2BA30877-A4F2-4286-B9AA-B28E62D6FB05}" dt="2025-01-19T11:32:51.866" v="388" actId="164"/>
          <ac:grpSpMkLst>
            <pc:docMk/>
            <pc:sldMk cId="3486649685" sldId="257"/>
            <ac:grpSpMk id="140" creationId="{7861A681-6D04-5112-789D-F9664084FD51}"/>
          </ac:grpSpMkLst>
        </pc:grpChg>
        <pc:grpChg chg="add mod">
          <ac:chgData name="hirotaka okumura" userId="227fe15543a1cff0" providerId="LiveId" clId="{2BA30877-A4F2-4286-B9AA-B28E62D6FB05}" dt="2025-01-19T11:41:58.009" v="432" actId="1076"/>
          <ac:grpSpMkLst>
            <pc:docMk/>
            <pc:sldMk cId="3486649685" sldId="257"/>
            <ac:grpSpMk id="149" creationId="{9A387F83-06BD-C985-224C-7DDC4A3046D3}"/>
          </ac:grpSpMkLst>
        </pc:grpChg>
        <pc:grpChg chg="add mod">
          <ac:chgData name="hirotaka okumura" userId="227fe15543a1cff0" providerId="LiveId" clId="{2BA30877-A4F2-4286-B9AA-B28E62D6FB05}" dt="2025-01-19T11:43:12.757" v="440" actId="164"/>
          <ac:grpSpMkLst>
            <pc:docMk/>
            <pc:sldMk cId="3486649685" sldId="257"/>
            <ac:grpSpMk id="157" creationId="{F132589E-6EE4-497B-8E30-CE39E092FB3D}"/>
          </ac:grpSpMkLst>
        </pc:grpChg>
        <pc:grpChg chg="add mod ord">
          <ac:chgData name="hirotaka okumura" userId="227fe15543a1cff0" providerId="LiveId" clId="{2BA30877-A4F2-4286-B9AA-B28E62D6FB05}" dt="2025-01-19T12:43:45.885" v="471" actId="167"/>
          <ac:grpSpMkLst>
            <pc:docMk/>
            <pc:sldMk cId="3486649685" sldId="257"/>
            <ac:grpSpMk id="161" creationId="{2EB92215-794B-ED1A-2AAC-FDCDA3069D22}"/>
          </ac:grpSpMkLst>
        </pc:grpChg>
        <pc:grpChg chg="add mod ord">
          <ac:chgData name="hirotaka okumura" userId="227fe15543a1cff0" providerId="LiveId" clId="{2BA30877-A4F2-4286-B9AA-B28E62D6FB05}" dt="2025-01-19T12:43:45.885" v="471" actId="167"/>
          <ac:grpSpMkLst>
            <pc:docMk/>
            <pc:sldMk cId="3486649685" sldId="257"/>
            <ac:grpSpMk id="164" creationId="{FE8CE3B5-7BD2-FD98-BC9A-BF56CA7D0746}"/>
          </ac:grpSpMkLst>
        </pc:grpChg>
        <pc:grpChg chg="add mod">
          <ac:chgData name="hirotaka okumura" userId="227fe15543a1cff0" providerId="LiveId" clId="{2BA30877-A4F2-4286-B9AA-B28E62D6FB05}" dt="2025-01-19T11:44:04.554" v="450" actId="1076"/>
          <ac:grpSpMkLst>
            <pc:docMk/>
            <pc:sldMk cId="3486649685" sldId="257"/>
            <ac:grpSpMk id="167" creationId="{E7FC3401-FF76-D0AC-814C-620D9D85DD76}"/>
          </ac:grpSpMkLst>
        </pc:grpChg>
        <pc:grpChg chg="add mod">
          <ac:chgData name="hirotaka okumura" userId="227fe15543a1cff0" providerId="LiveId" clId="{2BA30877-A4F2-4286-B9AA-B28E62D6FB05}" dt="2025-01-19T11:44:04.554" v="450" actId="1076"/>
          <ac:grpSpMkLst>
            <pc:docMk/>
            <pc:sldMk cId="3486649685" sldId="257"/>
            <ac:grpSpMk id="170" creationId="{A688DECF-5E68-99B2-DF94-FB05A39DBECA}"/>
          </ac:grpSpMkLst>
        </pc:grpChg>
        <pc:grpChg chg="add mod ord">
          <ac:chgData name="hirotaka okumura" userId="227fe15543a1cff0" providerId="LiveId" clId="{2BA30877-A4F2-4286-B9AA-B28E62D6FB05}" dt="2025-01-19T12:44:18.523" v="476" actId="1076"/>
          <ac:grpSpMkLst>
            <pc:docMk/>
            <pc:sldMk cId="3486649685" sldId="257"/>
            <ac:grpSpMk id="176" creationId="{D53E3584-5BD7-3108-DAD3-127E4043F98A}"/>
          </ac:grpSpMkLst>
        </pc:grpChg>
        <pc:grpChg chg="add mod ord">
          <ac:chgData name="hirotaka okumura" userId="227fe15543a1cff0" providerId="LiveId" clId="{2BA30877-A4F2-4286-B9AA-B28E62D6FB05}" dt="2025-01-19T12:43:33.837" v="469" actId="167"/>
          <ac:grpSpMkLst>
            <pc:docMk/>
            <pc:sldMk cId="3486649685" sldId="257"/>
            <ac:grpSpMk id="179" creationId="{418DD46B-C719-8CB8-FC2E-D0A84BE46839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8EAA0F-F408-C6C8-51CD-3527839EB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F28892-218F-EBD1-AC0C-580E7DA8B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5A1A59-B309-DD5E-2111-DE482AB7A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14E53C-E47B-BBA8-ABAA-438FE740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AD5A42-F0D7-5DB2-D84E-0301646D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80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E1E0BF-C0A0-94A3-2C9E-C8616C71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4CC856-7AFE-0D13-96CB-F8C8FAF23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8D8632-BDDF-BBC6-4812-B54C50B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BFC7B6-009B-7839-4CF0-D821D465C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480741-ABF2-FE34-5097-22F95015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38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507F43-90F6-23DF-7680-FE2DE3186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BD6418-ECF1-7B2A-C236-2DB2AA08C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CD0A21-3294-391E-21D6-30B668C4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C04413-7A87-0B63-E915-5EBDE3C4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59C99E-2244-D486-2D11-DEC63118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21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9802A5-3247-EA0A-9B58-8F2CAB16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680040-1817-F9AF-B8BA-39020F45E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96F425-27DA-419F-6E2F-9DD49D8F3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33AF04-ABC1-7C61-4065-41C4790E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F20ADC-C506-1A1A-81E6-51CADA04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4FEAE1-E1D3-CE64-B60F-C922A724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356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76471-3ADE-730D-75D6-5A5F9945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A3E956-714D-1999-9F21-211B9012A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5F78A4-D493-7924-51FE-6714D27F6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612A2D7-69A9-02C0-6C42-F3AA146D2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E328E4F-0994-9C6E-90D7-B8D0888A9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4B8E274-508A-3ED2-4B62-2702F946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6EEFBEC-D576-B8BA-340B-369A2F05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1ABC887-00E0-84BF-2955-8DDEBC10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30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FF7A67-E16E-8F24-0BC5-8E48FFB5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FA98677-9FAF-8134-3541-3154A999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0B7E7F-FBEA-D30F-405E-DACE8F6AB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910005-ECEE-79E9-ACEF-F14B5356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85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602AE5-F8A0-151D-7364-B6E5559D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C54959-8313-4511-5486-AAEB897E7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60559F-88D1-A77E-14D4-1369AE6A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65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A72C37-007F-12CB-EB13-BB7710E5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3627DA-4ECC-2961-FFB5-46D862EB6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B4A6BA-9107-9467-DE17-06872FA7E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D7EF5C-BC3C-365F-C386-1BC82417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C86E97-CF8B-7760-217D-8F495E94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F984E2-0763-4202-9806-41FD28E8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808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A24ED0-5727-C9FB-1AA7-0B2A36D7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49ED0C3-82E4-5503-2701-ED925F6D8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CFE0A7-03FD-88C6-471A-17B319FE9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2D0B97-ADE1-CE55-C637-7E69CAE97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348DCB-EDDC-CA95-7EDC-407447F7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D39246-C0E4-309E-3F68-7C5D6576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36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B7E73-4264-B8E4-DB24-AD77CE6B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6178CC-7047-8A6B-245E-63AAD93CB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319777-9293-448F-568D-F3F178BE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1D96D-978A-6E80-ECEC-BE1DA492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F36642-6309-4F94-1282-CD24426B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388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0EAAB7D-C93B-8252-1495-57E5E5C24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B3C436-11CA-1A9B-00E3-EB4C78976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96ECFF-CF50-7CFC-D8CC-E961F278A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E322E7-6134-5DEF-E8BB-7874C0BA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066176-CEC3-B430-CDC2-BBADA7AE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0294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B8D76E-62F4-BB72-4867-AF1ABC5A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FCE63E-362B-1216-CCD5-7FCADB2EE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6B794D-5F8D-EF9A-E2D6-F213C59A9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F3F98-9A0E-4391-861E-849F01489E0E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F04AC6-929F-ECD3-16F0-5122A34D8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AFE743-06A1-C382-C47C-E708244AE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02B32-E7C2-4AF6-B132-4E92CB52B2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225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8B2E2820-61D5-D876-F8E8-531147603753}"/>
              </a:ext>
            </a:extLst>
          </p:cNvPr>
          <p:cNvSpPr/>
          <p:nvPr/>
        </p:nvSpPr>
        <p:spPr>
          <a:xfrm>
            <a:off x="3857159" y="2834933"/>
            <a:ext cx="528278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0712AF5-F2BF-FC95-E9C9-5356A9173681}"/>
              </a:ext>
            </a:extLst>
          </p:cNvPr>
          <p:cNvSpPr/>
          <p:nvPr/>
        </p:nvSpPr>
        <p:spPr>
          <a:xfrm>
            <a:off x="1802486" y="2062989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85F0D3B-2EAC-0E0F-2EEE-8FC744AD877B}"/>
              </a:ext>
            </a:extLst>
          </p:cNvPr>
          <p:cNvSpPr/>
          <p:nvPr/>
        </p:nvSpPr>
        <p:spPr>
          <a:xfrm>
            <a:off x="1802487" y="2389756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8B8311E-2851-9DDC-78BD-3EC69B71FBBA}"/>
              </a:ext>
            </a:extLst>
          </p:cNvPr>
          <p:cNvSpPr/>
          <p:nvPr/>
        </p:nvSpPr>
        <p:spPr>
          <a:xfrm>
            <a:off x="1802486" y="2839501"/>
            <a:ext cx="528278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3A2722F-E054-B087-3EB1-F169E299179F}"/>
              </a:ext>
            </a:extLst>
          </p:cNvPr>
          <p:cNvSpPr/>
          <p:nvPr/>
        </p:nvSpPr>
        <p:spPr>
          <a:xfrm>
            <a:off x="1802485" y="3539365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grpSp>
        <p:nvGrpSpPr>
          <p:cNvPr id="140" name="グループ化 139">
            <a:extLst>
              <a:ext uri="{FF2B5EF4-FFF2-40B4-BE49-F238E27FC236}">
                <a16:creationId xmlns:a16="http://schemas.microsoft.com/office/drawing/2014/main" id="{7861A681-6D04-5112-789D-F9664084FD51}"/>
              </a:ext>
            </a:extLst>
          </p:cNvPr>
          <p:cNvGrpSpPr/>
          <p:nvPr/>
        </p:nvGrpSpPr>
        <p:grpSpPr>
          <a:xfrm>
            <a:off x="2479913" y="2626579"/>
            <a:ext cx="1260497" cy="896106"/>
            <a:chOff x="2479913" y="2626579"/>
            <a:chExt cx="1260497" cy="896106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7367B8A2-306C-1408-86CC-60ED42287400}"/>
                </a:ext>
              </a:extLst>
            </p:cNvPr>
            <p:cNvSpPr/>
            <p:nvPr/>
          </p:nvSpPr>
          <p:spPr>
            <a:xfrm>
              <a:off x="2479913" y="2626579"/>
              <a:ext cx="229516" cy="288354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8645C6A-FA9C-F26D-1491-43CE06980464}"/>
                </a:ext>
              </a:extLst>
            </p:cNvPr>
            <p:cNvSpPr/>
            <p:nvPr/>
          </p:nvSpPr>
          <p:spPr>
            <a:xfrm>
              <a:off x="2479913" y="2914933"/>
              <a:ext cx="1260497" cy="111041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6F4A4924-266A-3329-8DC0-1E2B78B3D527}"/>
                </a:ext>
              </a:extLst>
            </p:cNvPr>
            <p:cNvSpPr/>
            <p:nvPr/>
          </p:nvSpPr>
          <p:spPr>
            <a:xfrm>
              <a:off x="2709429" y="3025974"/>
              <a:ext cx="801465" cy="49671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6.5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C098A2BA-D275-C97E-E39E-D361B8E83490}"/>
                </a:ext>
              </a:extLst>
            </p:cNvPr>
            <p:cNvSpPr/>
            <p:nvPr/>
          </p:nvSpPr>
          <p:spPr>
            <a:xfrm>
              <a:off x="3510894" y="2626579"/>
              <a:ext cx="229516" cy="288354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E607A03-DB0D-2F07-CC5A-3B3118AB3174}"/>
              </a:ext>
            </a:extLst>
          </p:cNvPr>
          <p:cNvSpPr txBox="1"/>
          <p:nvPr/>
        </p:nvSpPr>
        <p:spPr>
          <a:xfrm>
            <a:off x="1381527" y="2223553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0.5</a:t>
            </a:r>
            <a:endParaRPr kumimoji="1" lang="ja-JP" altLang="en-US" sz="1100" dirty="0"/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2FEB7F0F-7764-98BC-1FD2-81EDEF27D0E9}"/>
              </a:ext>
            </a:extLst>
          </p:cNvPr>
          <p:cNvGrpSpPr/>
          <p:nvPr/>
        </p:nvGrpSpPr>
        <p:grpSpPr>
          <a:xfrm>
            <a:off x="1802485" y="2062988"/>
            <a:ext cx="378629" cy="759833"/>
            <a:chOff x="4203700" y="1986730"/>
            <a:chExt cx="180340" cy="1306597"/>
          </a:xfrm>
        </p:grpSpPr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8A968ABB-4EBC-2EB5-7965-751BF7DA9950}"/>
                </a:ext>
              </a:extLst>
            </p:cNvPr>
            <p:cNvSpPr/>
            <p:nvPr/>
          </p:nvSpPr>
          <p:spPr>
            <a:xfrm>
              <a:off x="4203700" y="1986731"/>
              <a:ext cx="180340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3C52D46F-7F60-A96B-A590-794317C6D068}"/>
                </a:ext>
              </a:extLst>
            </p:cNvPr>
            <p:cNvSpPr/>
            <p:nvPr/>
          </p:nvSpPr>
          <p:spPr>
            <a:xfrm>
              <a:off x="4308865" y="1986730"/>
              <a:ext cx="75174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21B4A865-7245-03BF-E656-035E19E496E9}"/>
              </a:ext>
            </a:extLst>
          </p:cNvPr>
          <p:cNvSpPr txBox="1"/>
          <p:nvPr/>
        </p:nvSpPr>
        <p:spPr>
          <a:xfrm>
            <a:off x="1302029" y="2587953"/>
            <a:ext cx="4812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1.4+</a:t>
            </a:r>
            <a:endParaRPr kumimoji="1" lang="ja-JP" altLang="en-US" sz="1100" dirty="0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30D0A109-4C6F-75E4-96CB-4FC5655EE828}"/>
              </a:ext>
            </a:extLst>
          </p:cNvPr>
          <p:cNvSpPr/>
          <p:nvPr/>
        </p:nvSpPr>
        <p:spPr>
          <a:xfrm>
            <a:off x="5094669" y="2050027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4DD1F36E-C02A-9292-BF02-7D29011EDD4B}"/>
              </a:ext>
            </a:extLst>
          </p:cNvPr>
          <p:cNvSpPr/>
          <p:nvPr/>
        </p:nvSpPr>
        <p:spPr>
          <a:xfrm>
            <a:off x="5094670" y="2376794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8EF4BDFB-74B7-8615-AAC2-30C6ED66973B}"/>
              </a:ext>
            </a:extLst>
          </p:cNvPr>
          <p:cNvSpPr/>
          <p:nvPr/>
        </p:nvSpPr>
        <p:spPr>
          <a:xfrm>
            <a:off x="5094668" y="2826539"/>
            <a:ext cx="2581553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D19B9F1B-9646-1A27-440C-090676E6D6E8}"/>
              </a:ext>
            </a:extLst>
          </p:cNvPr>
          <p:cNvSpPr txBox="1"/>
          <p:nvPr/>
        </p:nvSpPr>
        <p:spPr>
          <a:xfrm>
            <a:off x="4673710" y="2210591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0.5</a:t>
            </a:r>
            <a:endParaRPr kumimoji="1" lang="ja-JP" altLang="en-US" sz="1100" dirty="0"/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1B36AEAC-0F9F-7414-AC7E-A80E0D195D4F}"/>
              </a:ext>
            </a:extLst>
          </p:cNvPr>
          <p:cNvSpPr txBox="1"/>
          <p:nvPr/>
        </p:nvSpPr>
        <p:spPr>
          <a:xfrm>
            <a:off x="4594212" y="2574991"/>
            <a:ext cx="4812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1.4+</a:t>
            </a:r>
            <a:endParaRPr kumimoji="1" lang="ja-JP" altLang="en-US" sz="1100" dirty="0"/>
          </a:p>
        </p:txBody>
      </p: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9A387F83-06BD-C985-224C-7DDC4A3046D3}"/>
              </a:ext>
            </a:extLst>
          </p:cNvPr>
          <p:cNvGrpSpPr/>
          <p:nvPr/>
        </p:nvGrpSpPr>
        <p:grpSpPr>
          <a:xfrm>
            <a:off x="1678448" y="2729369"/>
            <a:ext cx="581025" cy="1137384"/>
            <a:chOff x="1667243" y="2730360"/>
            <a:chExt cx="581025" cy="1137384"/>
          </a:xfrm>
        </p:grpSpPr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46B5A158-8B50-A828-6A2D-8B785DA4814A}"/>
                </a:ext>
              </a:extLst>
            </p:cNvPr>
            <p:cNvSpPr/>
            <p:nvPr/>
          </p:nvSpPr>
          <p:spPr>
            <a:xfrm>
              <a:off x="1919656" y="2730360"/>
              <a:ext cx="64038" cy="112651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8" name="弦 147">
              <a:extLst>
                <a:ext uri="{FF2B5EF4-FFF2-40B4-BE49-F238E27FC236}">
                  <a16:creationId xmlns:a16="http://schemas.microsoft.com/office/drawing/2014/main" id="{4D7AD5D2-D86B-0E50-1852-6D2E84D40CDB}"/>
                </a:ext>
              </a:extLst>
            </p:cNvPr>
            <p:cNvSpPr/>
            <p:nvPr/>
          </p:nvSpPr>
          <p:spPr>
            <a:xfrm>
              <a:off x="1667243" y="2953344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F132589E-6EE4-497B-8E30-CE39E092FB3D}"/>
              </a:ext>
            </a:extLst>
          </p:cNvPr>
          <p:cNvGrpSpPr/>
          <p:nvPr/>
        </p:nvGrpSpPr>
        <p:grpSpPr>
          <a:xfrm>
            <a:off x="1663430" y="1963949"/>
            <a:ext cx="581025" cy="914400"/>
            <a:chOff x="1663430" y="1963949"/>
            <a:chExt cx="581025" cy="914400"/>
          </a:xfrm>
        </p:grpSpPr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625FE966-BBB2-873F-CC79-148C6FF6D580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6" name="弦 155">
              <a:extLst>
                <a:ext uri="{FF2B5EF4-FFF2-40B4-BE49-F238E27FC236}">
                  <a16:creationId xmlns:a16="http://schemas.microsoft.com/office/drawing/2014/main" id="{ABDBED7C-08F7-2539-773F-74FD3B8BE88F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61" name="グループ化 160">
            <a:extLst>
              <a:ext uri="{FF2B5EF4-FFF2-40B4-BE49-F238E27FC236}">
                <a16:creationId xmlns:a16="http://schemas.microsoft.com/office/drawing/2014/main" id="{2EB92215-794B-ED1A-2AAC-FDCDA3069D22}"/>
              </a:ext>
            </a:extLst>
          </p:cNvPr>
          <p:cNvGrpSpPr/>
          <p:nvPr/>
        </p:nvGrpSpPr>
        <p:grpSpPr>
          <a:xfrm>
            <a:off x="4944830" y="1959858"/>
            <a:ext cx="581025" cy="914400"/>
            <a:chOff x="1663430" y="1963949"/>
            <a:chExt cx="581025" cy="914400"/>
          </a:xfrm>
        </p:grpSpPr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2DB45400-8B4F-A7A9-0574-093916F7CA86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3" name="弦 162">
              <a:extLst>
                <a:ext uri="{FF2B5EF4-FFF2-40B4-BE49-F238E27FC236}">
                  <a16:creationId xmlns:a16="http://schemas.microsoft.com/office/drawing/2014/main" id="{5B4F0C9C-3C66-6C8E-6FE7-95888251C6E0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64" name="グループ化 163">
            <a:extLst>
              <a:ext uri="{FF2B5EF4-FFF2-40B4-BE49-F238E27FC236}">
                <a16:creationId xmlns:a16="http://schemas.microsoft.com/office/drawing/2014/main" id="{FE8CE3B5-7BD2-FD98-BC9A-BF56CA7D0746}"/>
              </a:ext>
            </a:extLst>
          </p:cNvPr>
          <p:cNvGrpSpPr/>
          <p:nvPr/>
        </p:nvGrpSpPr>
        <p:grpSpPr>
          <a:xfrm>
            <a:off x="7221759" y="1968729"/>
            <a:ext cx="581025" cy="914400"/>
            <a:chOff x="1663430" y="1963949"/>
            <a:chExt cx="581025" cy="914400"/>
          </a:xfrm>
        </p:grpSpPr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BD6FCEE0-C90A-1348-3796-689183C93A0F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6" name="弦 165">
              <a:extLst>
                <a:ext uri="{FF2B5EF4-FFF2-40B4-BE49-F238E27FC236}">
                  <a16:creationId xmlns:a16="http://schemas.microsoft.com/office/drawing/2014/main" id="{75E1D0B8-1F9B-5D59-0E4F-9F4AF8C2BEB4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67" name="グループ化 166">
            <a:extLst>
              <a:ext uri="{FF2B5EF4-FFF2-40B4-BE49-F238E27FC236}">
                <a16:creationId xmlns:a16="http://schemas.microsoft.com/office/drawing/2014/main" id="{E7FC3401-FF76-D0AC-814C-620D9D85DD76}"/>
              </a:ext>
            </a:extLst>
          </p:cNvPr>
          <p:cNvGrpSpPr/>
          <p:nvPr/>
        </p:nvGrpSpPr>
        <p:grpSpPr>
          <a:xfrm rot="10800000">
            <a:off x="4969089" y="2231854"/>
            <a:ext cx="581025" cy="914400"/>
            <a:chOff x="1663430" y="1963949"/>
            <a:chExt cx="581025" cy="914400"/>
          </a:xfrm>
        </p:grpSpPr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A748378D-0648-6D53-2BF4-E01D2AB73F7D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9" name="弦 168">
              <a:extLst>
                <a:ext uri="{FF2B5EF4-FFF2-40B4-BE49-F238E27FC236}">
                  <a16:creationId xmlns:a16="http://schemas.microsoft.com/office/drawing/2014/main" id="{4F999D82-827A-63E4-B64E-0BA8F7F41FAD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70" name="グループ化 169">
            <a:extLst>
              <a:ext uri="{FF2B5EF4-FFF2-40B4-BE49-F238E27FC236}">
                <a16:creationId xmlns:a16="http://schemas.microsoft.com/office/drawing/2014/main" id="{A688DECF-5E68-99B2-DF94-FB05A39DBECA}"/>
              </a:ext>
            </a:extLst>
          </p:cNvPr>
          <p:cNvGrpSpPr/>
          <p:nvPr/>
        </p:nvGrpSpPr>
        <p:grpSpPr>
          <a:xfrm rot="10800000">
            <a:off x="7246018" y="2240725"/>
            <a:ext cx="581025" cy="914400"/>
            <a:chOff x="1663430" y="1963949"/>
            <a:chExt cx="581025" cy="914400"/>
          </a:xfrm>
        </p:grpSpPr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2E02F813-83DF-B233-AFD2-BC469CDD074A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弦 171">
              <a:extLst>
                <a:ext uri="{FF2B5EF4-FFF2-40B4-BE49-F238E27FC236}">
                  <a16:creationId xmlns:a16="http://schemas.microsoft.com/office/drawing/2014/main" id="{4C94C9C8-C503-41F6-B8B2-D67A745E8B85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76" name="グループ化 175">
            <a:extLst>
              <a:ext uri="{FF2B5EF4-FFF2-40B4-BE49-F238E27FC236}">
                <a16:creationId xmlns:a16="http://schemas.microsoft.com/office/drawing/2014/main" id="{D53E3584-5BD7-3108-DAD3-127E4043F98A}"/>
              </a:ext>
            </a:extLst>
          </p:cNvPr>
          <p:cNvGrpSpPr/>
          <p:nvPr/>
        </p:nvGrpSpPr>
        <p:grpSpPr>
          <a:xfrm>
            <a:off x="7303711" y="2052453"/>
            <a:ext cx="372510" cy="755262"/>
            <a:chOff x="4203700" y="1986731"/>
            <a:chExt cx="180340" cy="1306596"/>
          </a:xfrm>
        </p:grpSpPr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1C74131C-1E13-0466-E35E-75DD65AA5A89}"/>
                </a:ext>
              </a:extLst>
            </p:cNvPr>
            <p:cNvSpPr/>
            <p:nvPr/>
          </p:nvSpPr>
          <p:spPr>
            <a:xfrm>
              <a:off x="4203700" y="1986731"/>
              <a:ext cx="180340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B747FD91-2938-EDDD-CEFD-AEC21C80DFEF}"/>
                </a:ext>
              </a:extLst>
            </p:cNvPr>
            <p:cNvSpPr/>
            <p:nvPr/>
          </p:nvSpPr>
          <p:spPr>
            <a:xfrm>
              <a:off x="4308863" y="1986731"/>
              <a:ext cx="75174" cy="1306594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79" name="グループ化 178">
            <a:extLst>
              <a:ext uri="{FF2B5EF4-FFF2-40B4-BE49-F238E27FC236}">
                <a16:creationId xmlns:a16="http://schemas.microsoft.com/office/drawing/2014/main" id="{418DD46B-C719-8CB8-FC2E-D0A84BE46839}"/>
              </a:ext>
            </a:extLst>
          </p:cNvPr>
          <p:cNvGrpSpPr/>
          <p:nvPr/>
        </p:nvGrpSpPr>
        <p:grpSpPr>
          <a:xfrm>
            <a:off x="5096225" y="2046778"/>
            <a:ext cx="378629" cy="759833"/>
            <a:chOff x="4203700" y="1986730"/>
            <a:chExt cx="180340" cy="1306597"/>
          </a:xfrm>
        </p:grpSpPr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543F4F77-311D-053B-3689-6827FCFD23A8}"/>
                </a:ext>
              </a:extLst>
            </p:cNvPr>
            <p:cNvSpPr/>
            <p:nvPr/>
          </p:nvSpPr>
          <p:spPr>
            <a:xfrm>
              <a:off x="4203700" y="1986731"/>
              <a:ext cx="180340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9FE9DDA8-A2DB-38D3-A780-37688FB11787}"/>
                </a:ext>
              </a:extLst>
            </p:cNvPr>
            <p:cNvSpPr/>
            <p:nvPr/>
          </p:nvSpPr>
          <p:spPr>
            <a:xfrm>
              <a:off x="4308865" y="1986730"/>
              <a:ext cx="75174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2" name="テキスト ボックス 181">
            <a:extLst>
              <a:ext uri="{FF2B5EF4-FFF2-40B4-BE49-F238E27FC236}">
                <a16:creationId xmlns:a16="http://schemas.microsoft.com/office/drawing/2014/main" id="{170EAF3E-EE38-7F8B-C5B1-91FCBD05930B}"/>
              </a:ext>
            </a:extLst>
          </p:cNvPr>
          <p:cNvSpPr txBox="1"/>
          <p:nvPr/>
        </p:nvSpPr>
        <p:spPr>
          <a:xfrm>
            <a:off x="2000476" y="2595819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5.1</a:t>
            </a:r>
            <a:endParaRPr kumimoji="1" lang="ja-JP" altLang="en-US" sz="1100" dirty="0"/>
          </a:p>
        </p:txBody>
      </p:sp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91FBB525-3DEF-9EB8-BB7B-AC148C0DCC27}"/>
              </a:ext>
            </a:extLst>
          </p:cNvPr>
          <p:cNvSpPr txBox="1"/>
          <p:nvPr/>
        </p:nvSpPr>
        <p:spPr>
          <a:xfrm>
            <a:off x="7688728" y="2037633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5.1</a:t>
            </a:r>
            <a:endParaRPr kumimoji="1" lang="ja-JP" altLang="en-US" sz="1100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71D9884-1987-09E0-1276-924543BB99C7}"/>
              </a:ext>
            </a:extLst>
          </p:cNvPr>
          <p:cNvSpPr/>
          <p:nvPr/>
        </p:nvSpPr>
        <p:spPr>
          <a:xfrm>
            <a:off x="1804523" y="3088437"/>
            <a:ext cx="376702" cy="43424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</a:rPr>
              <a:t>3.5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68E0933-E8CB-FB51-02BE-4BCBAA2F7A0A}"/>
              </a:ext>
            </a:extLst>
          </p:cNvPr>
          <p:cNvSpPr/>
          <p:nvPr/>
        </p:nvSpPr>
        <p:spPr>
          <a:xfrm>
            <a:off x="3814833" y="5154471"/>
            <a:ext cx="528278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1095AE91-B510-64A7-261F-6F54DE5526FE}"/>
              </a:ext>
            </a:extLst>
          </p:cNvPr>
          <p:cNvSpPr/>
          <p:nvPr/>
        </p:nvSpPr>
        <p:spPr>
          <a:xfrm>
            <a:off x="1760158" y="4295711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4374E75-C720-0772-C3B9-F67043006873}"/>
              </a:ext>
            </a:extLst>
          </p:cNvPr>
          <p:cNvSpPr/>
          <p:nvPr/>
        </p:nvSpPr>
        <p:spPr>
          <a:xfrm>
            <a:off x="1760159" y="4622478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64883C30-DB17-424A-4BA0-F59C9FE04B83}"/>
              </a:ext>
            </a:extLst>
          </p:cNvPr>
          <p:cNvSpPr/>
          <p:nvPr/>
        </p:nvSpPr>
        <p:spPr>
          <a:xfrm>
            <a:off x="1760160" y="5159039"/>
            <a:ext cx="528278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E2B020A-5C15-4EF6-2AB4-ACE7E10A811E}"/>
              </a:ext>
            </a:extLst>
          </p:cNvPr>
          <p:cNvSpPr/>
          <p:nvPr/>
        </p:nvSpPr>
        <p:spPr>
          <a:xfrm>
            <a:off x="1760157" y="5772087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D10B1F7E-E474-4D47-1D5F-F7261A86AA5C}"/>
              </a:ext>
            </a:extLst>
          </p:cNvPr>
          <p:cNvGrpSpPr/>
          <p:nvPr/>
        </p:nvGrpSpPr>
        <p:grpSpPr>
          <a:xfrm>
            <a:off x="2437585" y="4859301"/>
            <a:ext cx="1260497" cy="896106"/>
            <a:chOff x="2479913" y="2626579"/>
            <a:chExt cx="1260497" cy="896106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DB94D6A0-A157-73BC-4324-FEF4A9156F70}"/>
                </a:ext>
              </a:extLst>
            </p:cNvPr>
            <p:cNvSpPr/>
            <p:nvPr/>
          </p:nvSpPr>
          <p:spPr>
            <a:xfrm>
              <a:off x="2479913" y="2626579"/>
              <a:ext cx="229516" cy="288354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55B17B71-0E2A-19EB-2F5F-911E74659C36}"/>
                </a:ext>
              </a:extLst>
            </p:cNvPr>
            <p:cNvSpPr/>
            <p:nvPr/>
          </p:nvSpPr>
          <p:spPr>
            <a:xfrm>
              <a:off x="2479913" y="2914933"/>
              <a:ext cx="1260497" cy="111041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四角形: 角を丸くする 69">
              <a:extLst>
                <a:ext uri="{FF2B5EF4-FFF2-40B4-BE49-F238E27FC236}">
                  <a16:creationId xmlns:a16="http://schemas.microsoft.com/office/drawing/2014/main" id="{A5F78275-F1D9-58B7-1CDA-63874362299A}"/>
                </a:ext>
              </a:extLst>
            </p:cNvPr>
            <p:cNvSpPr/>
            <p:nvPr/>
          </p:nvSpPr>
          <p:spPr>
            <a:xfrm>
              <a:off x="2709429" y="3025974"/>
              <a:ext cx="801465" cy="49671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6.5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5513E797-0D60-60AF-17EF-C1F2222E893D}"/>
                </a:ext>
              </a:extLst>
            </p:cNvPr>
            <p:cNvSpPr/>
            <p:nvPr/>
          </p:nvSpPr>
          <p:spPr>
            <a:xfrm>
              <a:off x="3510894" y="2626579"/>
              <a:ext cx="229516" cy="288354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70202B4B-2CE5-6E7D-63F0-7AAD00E8C48F}"/>
              </a:ext>
            </a:extLst>
          </p:cNvPr>
          <p:cNvSpPr txBox="1"/>
          <p:nvPr/>
        </p:nvSpPr>
        <p:spPr>
          <a:xfrm>
            <a:off x="1339199" y="4456275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0.4</a:t>
            </a:r>
            <a:endParaRPr kumimoji="1" lang="ja-JP" altLang="en-US" sz="1100" dirty="0"/>
          </a:p>
        </p:txBody>
      </p:sp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2C7D7ACD-1076-232D-ED4C-521DE4A9E553}"/>
              </a:ext>
            </a:extLst>
          </p:cNvPr>
          <p:cNvGrpSpPr/>
          <p:nvPr/>
        </p:nvGrpSpPr>
        <p:grpSpPr>
          <a:xfrm>
            <a:off x="1760157" y="4526561"/>
            <a:ext cx="378629" cy="618915"/>
            <a:chOff x="4203700" y="1986730"/>
            <a:chExt cx="180340" cy="1306597"/>
          </a:xfrm>
        </p:grpSpPr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277B3FC2-17CA-9A2F-410D-72D14FCD08B6}"/>
                </a:ext>
              </a:extLst>
            </p:cNvPr>
            <p:cNvSpPr/>
            <p:nvPr/>
          </p:nvSpPr>
          <p:spPr>
            <a:xfrm>
              <a:off x="4203700" y="1986731"/>
              <a:ext cx="180340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5290C5FD-5CF9-468A-53CE-484710C2F322}"/>
                </a:ext>
              </a:extLst>
            </p:cNvPr>
            <p:cNvSpPr/>
            <p:nvPr/>
          </p:nvSpPr>
          <p:spPr>
            <a:xfrm>
              <a:off x="4308865" y="1986730"/>
              <a:ext cx="75174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EC090C3-F55F-F56A-9DB4-4C75B7BD4E35}"/>
              </a:ext>
            </a:extLst>
          </p:cNvPr>
          <p:cNvSpPr txBox="1"/>
          <p:nvPr/>
        </p:nvSpPr>
        <p:spPr>
          <a:xfrm>
            <a:off x="1280162" y="4810658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2.0</a:t>
            </a:r>
            <a:endParaRPr kumimoji="1" lang="ja-JP" altLang="en-US" sz="1100" dirty="0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C20DF7ED-B155-64EA-33B3-6763C680B25E}"/>
              </a:ext>
            </a:extLst>
          </p:cNvPr>
          <p:cNvSpPr/>
          <p:nvPr/>
        </p:nvSpPr>
        <p:spPr>
          <a:xfrm>
            <a:off x="5052341" y="4282749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CCBB3C9F-B6A4-9972-6580-4CE140BF1138}"/>
              </a:ext>
            </a:extLst>
          </p:cNvPr>
          <p:cNvSpPr/>
          <p:nvPr/>
        </p:nvSpPr>
        <p:spPr>
          <a:xfrm>
            <a:off x="5052342" y="4609516"/>
            <a:ext cx="2581554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12ED1D44-D2FD-967C-2ACD-5D78241751C2}"/>
              </a:ext>
            </a:extLst>
          </p:cNvPr>
          <p:cNvSpPr/>
          <p:nvPr/>
        </p:nvSpPr>
        <p:spPr>
          <a:xfrm>
            <a:off x="5052342" y="5146077"/>
            <a:ext cx="2581553" cy="236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1.6</a:t>
            </a:r>
            <a:endParaRPr kumimoji="1" lang="ja-JP" altLang="en-US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2FD6F3AF-2B43-9FA4-2E4C-168247A98C46}"/>
              </a:ext>
            </a:extLst>
          </p:cNvPr>
          <p:cNvSpPr txBox="1"/>
          <p:nvPr/>
        </p:nvSpPr>
        <p:spPr>
          <a:xfrm>
            <a:off x="4631382" y="4443313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0.4</a:t>
            </a:r>
            <a:endParaRPr kumimoji="1" lang="ja-JP" altLang="en-US" sz="1100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6210FA08-C2F1-B6FC-BB32-B5FB529BD7C0}"/>
              </a:ext>
            </a:extLst>
          </p:cNvPr>
          <p:cNvSpPr txBox="1"/>
          <p:nvPr/>
        </p:nvSpPr>
        <p:spPr>
          <a:xfrm>
            <a:off x="4584190" y="4806164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2.0</a:t>
            </a:r>
            <a:endParaRPr kumimoji="1" lang="ja-JP" altLang="en-US" sz="1100" dirty="0"/>
          </a:p>
        </p:txBody>
      </p: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A7F7A34B-8971-BA80-92C2-A990B6F4761F}"/>
              </a:ext>
            </a:extLst>
          </p:cNvPr>
          <p:cNvGrpSpPr/>
          <p:nvPr/>
        </p:nvGrpSpPr>
        <p:grpSpPr>
          <a:xfrm>
            <a:off x="1636120" y="4962091"/>
            <a:ext cx="581025" cy="1137384"/>
            <a:chOff x="1667243" y="2730360"/>
            <a:chExt cx="581025" cy="1137384"/>
          </a:xfrm>
        </p:grpSpPr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355639EA-FFAF-DF1F-04A2-0A2F65E312AA}"/>
                </a:ext>
              </a:extLst>
            </p:cNvPr>
            <p:cNvSpPr/>
            <p:nvPr/>
          </p:nvSpPr>
          <p:spPr>
            <a:xfrm>
              <a:off x="1919656" y="2730360"/>
              <a:ext cx="64038" cy="112651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弦 85">
              <a:extLst>
                <a:ext uri="{FF2B5EF4-FFF2-40B4-BE49-F238E27FC236}">
                  <a16:creationId xmlns:a16="http://schemas.microsoft.com/office/drawing/2014/main" id="{A4DAFD62-2F52-0408-6BDB-4E03F3E629B0}"/>
                </a:ext>
              </a:extLst>
            </p:cNvPr>
            <p:cNvSpPr/>
            <p:nvPr/>
          </p:nvSpPr>
          <p:spPr>
            <a:xfrm>
              <a:off x="1667243" y="2953344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A41B45C5-4B19-B8E9-9F75-D167EF806813}"/>
              </a:ext>
            </a:extLst>
          </p:cNvPr>
          <p:cNvGrpSpPr/>
          <p:nvPr/>
        </p:nvGrpSpPr>
        <p:grpSpPr>
          <a:xfrm>
            <a:off x="1621102" y="4196671"/>
            <a:ext cx="581025" cy="914400"/>
            <a:chOff x="1663430" y="1963949"/>
            <a:chExt cx="581025" cy="9144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FB5EBB5C-CEB2-BF86-6F7A-A4C81D67614E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弦 88">
              <a:extLst>
                <a:ext uri="{FF2B5EF4-FFF2-40B4-BE49-F238E27FC236}">
                  <a16:creationId xmlns:a16="http://schemas.microsoft.com/office/drawing/2014/main" id="{628507A6-3610-99A5-5B04-1C1F18B1B332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93F238D2-0F27-E5D7-423C-A28A7B6B191C}"/>
              </a:ext>
            </a:extLst>
          </p:cNvPr>
          <p:cNvGrpSpPr/>
          <p:nvPr/>
        </p:nvGrpSpPr>
        <p:grpSpPr>
          <a:xfrm>
            <a:off x="4902502" y="4192580"/>
            <a:ext cx="581025" cy="914400"/>
            <a:chOff x="1663430" y="1963949"/>
            <a:chExt cx="581025" cy="914400"/>
          </a:xfrm>
        </p:grpSpPr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01239E99-B32D-336A-1445-15BDBA232654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弦 91">
              <a:extLst>
                <a:ext uri="{FF2B5EF4-FFF2-40B4-BE49-F238E27FC236}">
                  <a16:creationId xmlns:a16="http://schemas.microsoft.com/office/drawing/2014/main" id="{FAF3EF0C-2B30-4C3A-B1A7-85EC49239B9F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EBA39ECE-A7C7-4E85-C7CA-D4DF7ACEA75E}"/>
              </a:ext>
            </a:extLst>
          </p:cNvPr>
          <p:cNvGrpSpPr/>
          <p:nvPr/>
        </p:nvGrpSpPr>
        <p:grpSpPr>
          <a:xfrm>
            <a:off x="7179431" y="4201451"/>
            <a:ext cx="581025" cy="914400"/>
            <a:chOff x="1663430" y="1963949"/>
            <a:chExt cx="581025" cy="914400"/>
          </a:xfrm>
        </p:grpSpPr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22131670-3985-BC4D-7562-FDC2AED27369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弦 94">
              <a:extLst>
                <a:ext uri="{FF2B5EF4-FFF2-40B4-BE49-F238E27FC236}">
                  <a16:creationId xmlns:a16="http://schemas.microsoft.com/office/drawing/2014/main" id="{D817250D-9F18-6506-5FE1-71C1F97880A6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BEFFF800-DEE5-A823-A8E8-8FAB5C231EA7}"/>
              </a:ext>
            </a:extLst>
          </p:cNvPr>
          <p:cNvGrpSpPr/>
          <p:nvPr/>
        </p:nvGrpSpPr>
        <p:grpSpPr>
          <a:xfrm rot="10800000">
            <a:off x="4926763" y="4551392"/>
            <a:ext cx="581025" cy="914400"/>
            <a:chOff x="1663430" y="1963949"/>
            <a:chExt cx="581025" cy="914400"/>
          </a:xfrm>
        </p:grpSpPr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96F46982-A71D-631A-7365-9583C58765E8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弦 97">
              <a:extLst>
                <a:ext uri="{FF2B5EF4-FFF2-40B4-BE49-F238E27FC236}">
                  <a16:creationId xmlns:a16="http://schemas.microsoft.com/office/drawing/2014/main" id="{900B4118-E3C8-8E49-156A-029E355AD83B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646D483B-3ADF-1048-3B1F-9E019BC523AC}"/>
              </a:ext>
            </a:extLst>
          </p:cNvPr>
          <p:cNvGrpSpPr/>
          <p:nvPr/>
        </p:nvGrpSpPr>
        <p:grpSpPr>
          <a:xfrm rot="10800000">
            <a:off x="7203692" y="4560263"/>
            <a:ext cx="581025" cy="914400"/>
            <a:chOff x="1663430" y="1963949"/>
            <a:chExt cx="581025" cy="914400"/>
          </a:xfrm>
        </p:grpSpPr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C40C5EF8-8106-75B2-D472-7AC3EFE77D95}"/>
                </a:ext>
              </a:extLst>
            </p:cNvPr>
            <p:cNvSpPr/>
            <p:nvPr/>
          </p:nvSpPr>
          <p:spPr>
            <a:xfrm rot="10800000">
              <a:off x="1928004" y="1974822"/>
              <a:ext cx="64038" cy="3480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弦 100">
              <a:extLst>
                <a:ext uri="{FF2B5EF4-FFF2-40B4-BE49-F238E27FC236}">
                  <a16:creationId xmlns:a16="http://schemas.microsoft.com/office/drawing/2014/main" id="{7636D845-2252-6C65-3B1A-06CE909574A6}"/>
                </a:ext>
              </a:extLst>
            </p:cNvPr>
            <p:cNvSpPr/>
            <p:nvPr/>
          </p:nvSpPr>
          <p:spPr>
            <a:xfrm rot="10800000">
              <a:off x="1663430" y="1963949"/>
              <a:ext cx="581025" cy="914400"/>
            </a:xfrm>
            <a:prstGeom prst="chord">
              <a:avLst>
                <a:gd name="adj1" fmla="val 4023577"/>
                <a:gd name="adj2" fmla="val 6753526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B7DE64D1-3383-B4E4-B15B-56945A4014F4}"/>
              </a:ext>
            </a:extLst>
          </p:cNvPr>
          <p:cNvSpPr txBox="1"/>
          <p:nvPr/>
        </p:nvSpPr>
        <p:spPr>
          <a:xfrm>
            <a:off x="1958148" y="4918474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4.0</a:t>
            </a:r>
            <a:endParaRPr kumimoji="1" lang="ja-JP" altLang="en-US" sz="1100" dirty="0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BCC18C35-369C-798A-06F0-6FE24ACF7814}"/>
              </a:ext>
            </a:extLst>
          </p:cNvPr>
          <p:cNvSpPr txBox="1"/>
          <p:nvPr/>
        </p:nvSpPr>
        <p:spPr>
          <a:xfrm>
            <a:off x="7646400" y="4270355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5.1</a:t>
            </a:r>
            <a:endParaRPr kumimoji="1" lang="ja-JP" altLang="en-US" sz="1100" dirty="0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DD35CB9E-7C87-D9D7-FEB9-BF43E369B9D8}"/>
              </a:ext>
            </a:extLst>
          </p:cNvPr>
          <p:cNvSpPr/>
          <p:nvPr/>
        </p:nvSpPr>
        <p:spPr>
          <a:xfrm>
            <a:off x="1762195" y="5407687"/>
            <a:ext cx="376702" cy="3477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</a:rPr>
              <a:t>3.0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grpSp>
        <p:nvGrpSpPr>
          <p:cNvPr id="111" name="グループ化 110">
            <a:extLst>
              <a:ext uri="{FF2B5EF4-FFF2-40B4-BE49-F238E27FC236}">
                <a16:creationId xmlns:a16="http://schemas.microsoft.com/office/drawing/2014/main" id="{F580678F-2C39-06FC-E0E9-CA3C61CE9DD9}"/>
              </a:ext>
            </a:extLst>
          </p:cNvPr>
          <p:cNvGrpSpPr/>
          <p:nvPr/>
        </p:nvGrpSpPr>
        <p:grpSpPr>
          <a:xfrm>
            <a:off x="5045223" y="4522076"/>
            <a:ext cx="378629" cy="618915"/>
            <a:chOff x="4203700" y="1986730"/>
            <a:chExt cx="180340" cy="1306597"/>
          </a:xfrm>
        </p:grpSpPr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2B86CFCA-51AC-9125-A984-343398F41AA8}"/>
                </a:ext>
              </a:extLst>
            </p:cNvPr>
            <p:cNvSpPr/>
            <p:nvPr/>
          </p:nvSpPr>
          <p:spPr>
            <a:xfrm>
              <a:off x="4203700" y="1986731"/>
              <a:ext cx="180340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86088287-C60A-9AD5-EBD5-6CEC658230D6}"/>
                </a:ext>
              </a:extLst>
            </p:cNvPr>
            <p:cNvSpPr/>
            <p:nvPr/>
          </p:nvSpPr>
          <p:spPr>
            <a:xfrm>
              <a:off x="4308865" y="1986730"/>
              <a:ext cx="75174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1FCDEE75-E608-2586-54F0-A6939D0623B9}"/>
              </a:ext>
            </a:extLst>
          </p:cNvPr>
          <p:cNvSpPr txBox="1"/>
          <p:nvPr/>
        </p:nvSpPr>
        <p:spPr>
          <a:xfrm>
            <a:off x="5243214" y="4913989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4.0</a:t>
            </a:r>
            <a:endParaRPr kumimoji="1" lang="ja-JP" altLang="en-US" sz="1100" dirty="0"/>
          </a:p>
        </p:txBody>
      </p: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018E4334-8D48-6B68-BB00-43C02A3A05F0}"/>
              </a:ext>
            </a:extLst>
          </p:cNvPr>
          <p:cNvGrpSpPr/>
          <p:nvPr/>
        </p:nvGrpSpPr>
        <p:grpSpPr>
          <a:xfrm>
            <a:off x="7262384" y="4522245"/>
            <a:ext cx="378629" cy="618915"/>
            <a:chOff x="4203700" y="1986730"/>
            <a:chExt cx="180340" cy="1306597"/>
          </a:xfrm>
        </p:grpSpPr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6C1277BF-7E98-3400-77F2-98BBA8018BC4}"/>
                </a:ext>
              </a:extLst>
            </p:cNvPr>
            <p:cNvSpPr/>
            <p:nvPr/>
          </p:nvSpPr>
          <p:spPr>
            <a:xfrm>
              <a:off x="4203700" y="1986731"/>
              <a:ext cx="180340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80A95AA8-949C-775D-54BA-99A2E3E7B0A3}"/>
                </a:ext>
              </a:extLst>
            </p:cNvPr>
            <p:cNvSpPr/>
            <p:nvPr/>
          </p:nvSpPr>
          <p:spPr>
            <a:xfrm>
              <a:off x="4308865" y="1986730"/>
              <a:ext cx="75174" cy="1306596"/>
            </a:xfrm>
            <a:prstGeom prst="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3C0F6329-1853-0EE0-9BAD-DCE4E4FCFCBA}"/>
              </a:ext>
            </a:extLst>
          </p:cNvPr>
          <p:cNvSpPr txBox="1"/>
          <p:nvPr/>
        </p:nvSpPr>
        <p:spPr>
          <a:xfrm>
            <a:off x="7460375" y="4914158"/>
            <a:ext cx="378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/>
              <a:t>4.0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48664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36</Words>
  <Application>Microsoft Office PowerPoint</Application>
  <PresentationFormat>ワイド画面</PresentationFormat>
  <Paragraphs>34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hirotaka okumura</dc:creator>
  <cp:lastModifiedBy>hirotaka okumura</cp:lastModifiedBy>
  <cp:revision>1</cp:revision>
  <dcterms:created xsi:type="dcterms:W3CDTF">2025-01-19T02:45:32Z</dcterms:created>
  <dcterms:modified xsi:type="dcterms:W3CDTF">2025-01-22T13:22:19Z</dcterms:modified>
</cp:coreProperties>
</file>